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1" r:id="rId3"/>
    <p:sldId id="259" r:id="rId4"/>
    <p:sldId id="263" r:id="rId5"/>
    <p:sldId id="264" r:id="rId6"/>
    <p:sldId id="292" r:id="rId7"/>
    <p:sldId id="265" r:id="rId8"/>
    <p:sldId id="267" r:id="rId9"/>
    <p:sldId id="269" r:id="rId10"/>
    <p:sldId id="270" r:id="rId11"/>
    <p:sldId id="271" r:id="rId12"/>
    <p:sldId id="272" r:id="rId13"/>
    <p:sldId id="274" r:id="rId14"/>
    <p:sldId id="275" r:id="rId15"/>
    <p:sldId id="276" r:id="rId16"/>
    <p:sldId id="278" r:id="rId17"/>
    <p:sldId id="280" r:id="rId18"/>
    <p:sldId id="281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60" r:id="rId2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pos="2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96C"/>
    <a:srgbClr val="364668"/>
    <a:srgbClr val="374666"/>
    <a:srgbClr val="3745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>
      <p:cViewPr varScale="1">
        <p:scale>
          <a:sx n="69" d="100"/>
          <a:sy n="69" d="100"/>
        </p:scale>
        <p:origin x="774" y="60"/>
      </p:cViewPr>
      <p:guideLst>
        <p:guide orient="horz" pos="289"/>
        <p:guide pos="3840"/>
        <p:guide orient="horz" pos="2160"/>
        <p:guide pos="2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1384B-55D6-47B5-A016-CA55A5686BD8}" type="datetimeFigureOut">
              <a:rPr lang="pt-BR" smtClean="0"/>
              <a:t>22/04/2024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2FD42-2E8C-4388-8A45-A02F299AE3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66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42d4cc76a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42d4cc76a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44526e006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44526e006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4526e00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4526e00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dfffc66f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dfffc66f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445db1640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445db1640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42d4cc76a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42d4cc76a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75b9d2054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75b9d2054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4233d53bd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4233d53bd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233d53bd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233d53bd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4233d53bd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4233d53bd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4233d53bd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4233d53bd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233d53bd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4233d53bd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4233d53bd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4233d53bd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233d53bd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4233d53bd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233d53bd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4233d53bd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233d53bd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4233d53bd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233d53bd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4233d53bd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4d25216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44d25216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4233d53bd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4233d53bd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233d53bd5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4233d53bd5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4233d53bd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4233d53bd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4233d53bd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4233d53bd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44d252162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44d252162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4d252162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44d252162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C58E-C6ED-EFB7-AE68-E86118A21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6B532C-0613-1CD4-6F25-60231241A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7609D-605B-5071-5043-391B2FBF5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2E536D-C636-B177-6F1C-EE0ABC4C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C159DD-9429-7901-211E-5D19D07A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0714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34701-A087-4B11-8CDB-FC99402F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03797-0712-AD17-47EB-0C3AFA92F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24D01C-93AE-4E69-33BE-C8E1987C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FE147-6228-1714-EFFB-B38CE499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EDA69F-DA52-5A0A-35F5-135E87B4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8170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C9C9A-9CEC-029A-14E8-4DC72BD0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AB3E00-292E-DBF5-1121-AA3B0D41C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DD2621-E220-AE33-3BD9-C93F1B0A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7E0C76-6662-C4B9-2D7F-7456E814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81BCFA-1F06-AC57-FC4A-EC5F9D84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314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58327-4A5C-9470-B4D8-B67FFD08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294F8-A5D2-EDD4-708F-CAB9267CB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E5DF01-460D-2FEE-367D-A28A9F345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F168C7-5813-4B3D-195C-B843C3C2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C45DC3-7817-E0AD-90CE-7A9630AC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2441A0-6C0D-3DAA-A18A-E6BD9BC2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229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41D31-DA10-D241-B63E-26F696891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6DF004-2BCA-0917-C83D-E07DADF4C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EB353F-6F4B-5EA6-0238-18A53E4E9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EBF99D-8B42-CDAC-0143-7D97CC76E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BE6C65-7502-9720-8348-FDA0D9CF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1B3499-BF26-6495-495F-70F2F04A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BE5B82-ACA6-700D-EB2A-250F934E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CF63AF-AE8F-09DF-DB5A-FB2E02B5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821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3683B-50AE-624D-C7D3-C498E191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318706-F83F-C488-532B-033377E0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6A4213-8DC6-C67C-BDD7-27A1D93C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E9108F-00CB-4BBE-083D-0D8C8061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368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275E00-BF0A-D27C-0F71-F9C78080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52C6B9-45C1-C328-F3B5-9FF45406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19922C-CA18-20AE-6520-373096D9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731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7E01E-30EB-DAC4-F7F3-0D9119E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D3A5E4-44AC-40EC-51DA-F04C674A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952A1D-C728-6136-3B49-9F71AB1F0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2E9901-244F-B84A-161B-228A4003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0238B4-9F32-58D5-2210-FC900F0AC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353667-597C-06DF-6B4B-161703F6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188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6FB05-33C6-6A07-7767-03A5D434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0BABB72-D3D0-3DE6-7C22-055D3688B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60A849-13EB-FD16-4EC4-94D7B56D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D886A8-ECF5-41C8-60B6-34B92E90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56DA34-2345-975A-846A-F1EC7FE2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00A947-6627-154F-CB52-EB3500E7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80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BD369-574B-1079-E594-61B0D05D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062F3E-E114-DD35-4836-C62A8B8B1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2BE1EE-29C3-0643-C311-91F88E5C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A290B-99DC-0B85-D821-CAFCBA04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5CE86B-2A91-399C-F643-E647DD87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938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284949-447F-87EA-5B46-A6A9AD776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C70BF0-A774-5BD4-2A70-63BA51120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8DF2EE-3472-41DA-E68F-F376A413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D1271-A3A4-040E-6D2D-CC7F6CA0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808075-732D-927D-FB14-8EFAC88F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7592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23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092B3B-652C-8663-4E76-D882D86B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3B8D3-E866-5EC7-05F3-53CCFF9A5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56D29E-6A32-6F01-4306-0D86C2954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69EB6-ABE0-4BF0-9770-7FF652D43FAE}" type="datetimeFigureOut">
              <a:rPr lang="pt-PT" smtClean="0"/>
              <a:t>22/04/2024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21D701-EE77-3971-7428-4B526F822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27F4FE-C988-9575-7DBD-EA809D2F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185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hyperlink" Target="https://db-engines.com/en/ranking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itprotoday.com/sql-server/logical-query-processing-what-it-and-what-it-means-you" TargetMode="Externa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databricks.com/br/glossary/data-vault" TargetMode="External"/><Relationship Id="rId5" Type="http://schemas.openxmlformats.org/officeDocument/2006/relationships/hyperlink" Target="https://en.wikipedia.org/wiki/Dimensional_modeling" TargetMode="External"/><Relationship Id="rId4" Type="http://schemas.openxmlformats.org/officeDocument/2006/relationships/hyperlink" Target="https://en.wikipedia.org/wiki/Database_normalization#Normal_forms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adenbuie/tidyexplain" TargetMode="External"/><Relationship Id="rId3" Type="http://schemas.openxmlformats.org/officeDocument/2006/relationships/image" Target="../media/image3.jpg"/><Relationship Id="rId7" Type="http://schemas.openxmlformats.org/officeDocument/2006/relationships/image" Target="../media/image2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linkedin.com/in/ACoAAAKrHjMBvLZfmwJkPQPPPy0yIrSla9xo7xQ?lipi=urn%3Ali%3Apage%3Ad_flagship3_profile_view_base_recent_activity_details_shares%3Buhr5OGTpRmCSZ%2Bk7jUFKng%3D%3D" TargetMode="Externa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learnsql.com/blog/sql-basics-cheat-sheet/" TargetMode="Externa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hyperlink" Target="https://learnsql.com/blog/sql-basics-cheat-sheet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9B5B6EA-4EEC-5820-DB72-41C5055C3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AD88B6A-744F-F4C2-4006-40E7B0298AD6}"/>
              </a:ext>
            </a:extLst>
          </p:cNvPr>
          <p:cNvSpPr txBox="1"/>
          <p:nvPr/>
        </p:nvSpPr>
        <p:spPr>
          <a:xfrm>
            <a:off x="7636475" y="2854410"/>
            <a:ext cx="4201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374567"/>
                </a:solidFill>
                <a:latin typeface="Gobold" panose="02000500000000000000" pitchFamily="2" charset="0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15522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B492CF-DC23-BF83-866E-8D4572CDF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05172A0-4721-BD62-B099-505F12D174E7}"/>
              </a:ext>
            </a:extLst>
          </p:cNvPr>
          <p:cNvSpPr txBox="1"/>
          <p:nvPr/>
        </p:nvSpPr>
        <p:spPr>
          <a:xfrm>
            <a:off x="8353169" y="807706"/>
            <a:ext cx="2990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Gobold" panose="02000500000000000000" pitchFamily="2" charset="0"/>
              </a:rPr>
              <a:t>Motivação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68ED0609-3631-10A5-3239-B77253F73E40}"/>
              </a:ext>
            </a:extLst>
          </p:cNvPr>
          <p:cNvSpPr/>
          <p:nvPr/>
        </p:nvSpPr>
        <p:spPr>
          <a:xfrm rot="1337249">
            <a:off x="-627588" y="437281"/>
            <a:ext cx="6138761" cy="5177388"/>
          </a:xfrm>
          <a:custGeom>
            <a:avLst/>
            <a:gdLst>
              <a:gd name="connsiteX0" fmla="*/ 4828830 w 12762302"/>
              <a:gd name="connsiteY0" fmla="*/ 3819899 h 10546323"/>
              <a:gd name="connsiteX1" fmla="*/ 4879230 w 12762302"/>
              <a:gd name="connsiteY1" fmla="*/ 3835018 h 10546323"/>
              <a:gd name="connsiteX2" fmla="*/ 4982550 w 12762302"/>
              <a:gd name="connsiteY2" fmla="*/ 3837539 h 10546323"/>
              <a:gd name="connsiteX3" fmla="*/ 7818555 w 12762302"/>
              <a:gd name="connsiteY3" fmla="*/ 3846106 h 10546323"/>
              <a:gd name="connsiteX4" fmla="*/ 10666656 w 12762302"/>
              <a:gd name="connsiteY4" fmla="*/ 3878363 h 10546323"/>
              <a:gd name="connsiteX5" fmla="*/ 11737152 w 12762302"/>
              <a:gd name="connsiteY5" fmla="*/ 3959002 h 10546323"/>
              <a:gd name="connsiteX6" fmla="*/ 12464422 w 12762302"/>
              <a:gd name="connsiteY6" fmla="*/ 4380851 h 10546323"/>
              <a:gd name="connsiteX7" fmla="*/ 12757751 w 12762302"/>
              <a:gd name="connsiteY7" fmla="*/ 5159026 h 10546323"/>
              <a:gd name="connsiteX8" fmla="*/ 12691727 w 12762302"/>
              <a:gd name="connsiteY8" fmla="*/ 5565249 h 10546323"/>
              <a:gd name="connsiteX9" fmla="*/ 12259799 w 12762302"/>
              <a:gd name="connsiteY9" fmla="*/ 7080775 h 10546323"/>
              <a:gd name="connsiteX10" fmla="*/ 11732616 w 12762302"/>
              <a:gd name="connsiteY10" fmla="*/ 8660310 h 10546323"/>
              <a:gd name="connsiteX11" fmla="*/ 10383408 w 12762302"/>
              <a:gd name="connsiteY11" fmla="*/ 10286212 h 10546323"/>
              <a:gd name="connsiteX12" fmla="*/ 9665713 w 12762302"/>
              <a:gd name="connsiteY12" fmla="*/ 10476220 h 10546323"/>
              <a:gd name="connsiteX13" fmla="*/ 7659292 w 12762302"/>
              <a:gd name="connsiteY13" fmla="*/ 10517547 h 10546323"/>
              <a:gd name="connsiteX14" fmla="*/ 5356518 w 12762302"/>
              <a:gd name="connsiteY14" fmla="*/ 10537708 h 10546323"/>
              <a:gd name="connsiteX15" fmla="*/ 1176346 w 12762302"/>
              <a:gd name="connsiteY15" fmla="*/ 10546276 h 10546323"/>
              <a:gd name="connsiteX16" fmla="*/ 366922 w 12762302"/>
              <a:gd name="connsiteY16" fmla="*/ 10507468 h 10546323"/>
              <a:gd name="connsiteX17" fmla="*/ 67547 w 12762302"/>
              <a:gd name="connsiteY17" fmla="*/ 10376933 h 10546323"/>
              <a:gd name="connsiteX18" fmla="*/ 16138 w 12762302"/>
              <a:gd name="connsiteY18" fmla="*/ 10103764 h 10546323"/>
              <a:gd name="connsiteX19" fmla="*/ 356842 w 12762302"/>
              <a:gd name="connsiteY19" fmla="*/ 9006558 h 10546323"/>
              <a:gd name="connsiteX20" fmla="*/ 696034 w 12762302"/>
              <a:gd name="connsiteY20" fmla="*/ 8016198 h 10546323"/>
              <a:gd name="connsiteX21" fmla="*/ 940977 w 12762302"/>
              <a:gd name="connsiteY21" fmla="*/ 7829719 h 10546323"/>
              <a:gd name="connsiteX22" fmla="*/ 1721169 w 12762302"/>
              <a:gd name="connsiteY22" fmla="*/ 7797462 h 10546323"/>
              <a:gd name="connsiteX23" fmla="*/ 7021732 w 12762302"/>
              <a:gd name="connsiteY23" fmla="*/ 7765711 h 10546323"/>
              <a:gd name="connsiteX24" fmla="*/ 8570019 w 12762302"/>
              <a:gd name="connsiteY24" fmla="*/ 7735974 h 10546323"/>
              <a:gd name="connsiteX25" fmla="*/ 9084602 w 12762302"/>
              <a:gd name="connsiteY25" fmla="*/ 7708759 h 10546323"/>
              <a:gd name="connsiteX26" fmla="*/ 9234793 w 12762302"/>
              <a:gd name="connsiteY26" fmla="*/ 7633662 h 10546323"/>
              <a:gd name="connsiteX27" fmla="*/ 9560880 w 12762302"/>
              <a:gd name="connsiteY27" fmla="*/ 6725456 h 10546323"/>
              <a:gd name="connsiteX28" fmla="*/ 9546266 w 12762302"/>
              <a:gd name="connsiteY28" fmla="*/ 6678584 h 10546323"/>
              <a:gd name="connsiteX29" fmla="*/ 9136009 w 12762302"/>
              <a:gd name="connsiteY29" fmla="*/ 6649351 h 10546323"/>
              <a:gd name="connsiteX30" fmla="*/ 4911990 w 12762302"/>
              <a:gd name="connsiteY30" fmla="*/ 6637256 h 10546323"/>
              <a:gd name="connsiteX31" fmla="*/ 3245264 w 12762302"/>
              <a:gd name="connsiteY31" fmla="*/ 6605504 h 10546323"/>
              <a:gd name="connsiteX32" fmla="*/ 2500353 w 12762302"/>
              <a:gd name="connsiteY32" fmla="*/ 6519825 h 10546323"/>
              <a:gd name="connsiteX33" fmla="*/ 2012481 w 12762302"/>
              <a:gd name="connsiteY33" fmla="*/ 6240104 h 10546323"/>
              <a:gd name="connsiteX34" fmla="*/ 1708065 w 12762302"/>
              <a:gd name="connsiteY34" fmla="*/ 5790033 h 10546323"/>
              <a:gd name="connsiteX35" fmla="*/ 1627425 w 12762302"/>
              <a:gd name="connsiteY35" fmla="*/ 5129793 h 10546323"/>
              <a:gd name="connsiteX36" fmla="*/ 1823985 w 12762302"/>
              <a:gd name="connsiteY36" fmla="*/ 4405546 h 10546323"/>
              <a:gd name="connsiteX37" fmla="*/ 2494304 w 12762302"/>
              <a:gd name="connsiteY37" fmla="*/ 2268588 h 10546323"/>
              <a:gd name="connsiteX38" fmla="*/ 3048703 w 12762302"/>
              <a:gd name="connsiteY38" fmla="*/ 1083685 h 10546323"/>
              <a:gd name="connsiteX39" fmla="*/ 3551696 w 12762302"/>
              <a:gd name="connsiteY39" fmla="*/ 546926 h 10546323"/>
              <a:gd name="connsiteX40" fmla="*/ 4645878 w 12762302"/>
              <a:gd name="connsiteY40" fmla="*/ 95846 h 10546323"/>
              <a:gd name="connsiteX41" fmla="*/ 5322245 w 12762302"/>
              <a:gd name="connsiteY41" fmla="*/ 58046 h 10546323"/>
              <a:gd name="connsiteX42" fmla="*/ 6900268 w 12762302"/>
              <a:gd name="connsiteY42" fmla="*/ 27805 h 10546323"/>
              <a:gd name="connsiteX43" fmla="*/ 8951042 w 12762302"/>
              <a:gd name="connsiteY43" fmla="*/ 86 h 10546323"/>
              <a:gd name="connsiteX44" fmla="*/ 9656642 w 12762302"/>
              <a:gd name="connsiteY44" fmla="*/ 36879 h 10546323"/>
              <a:gd name="connsiteX45" fmla="*/ 9909649 w 12762302"/>
              <a:gd name="connsiteY45" fmla="*/ 105926 h 10546323"/>
              <a:gd name="connsiteX46" fmla="*/ 10020529 w 12762302"/>
              <a:gd name="connsiteY46" fmla="*/ 295431 h 10546323"/>
              <a:gd name="connsiteX47" fmla="*/ 9991801 w 12762302"/>
              <a:gd name="connsiteY47" fmla="*/ 469310 h 10546323"/>
              <a:gd name="connsiteX48" fmla="*/ 9453530 w 12762302"/>
              <a:gd name="connsiteY48" fmla="*/ 2291772 h 10546323"/>
              <a:gd name="connsiteX49" fmla="*/ 9373393 w 12762302"/>
              <a:gd name="connsiteY49" fmla="*/ 2497403 h 10546323"/>
              <a:gd name="connsiteX50" fmla="*/ 9039745 w 12762302"/>
              <a:gd name="connsiteY50" fmla="*/ 2742348 h 10546323"/>
              <a:gd name="connsiteX51" fmla="*/ 8377995 w 12762302"/>
              <a:gd name="connsiteY51" fmla="*/ 2778131 h 10546323"/>
              <a:gd name="connsiteX52" fmla="*/ 7476843 w 12762302"/>
              <a:gd name="connsiteY52" fmla="*/ 2780148 h 10546323"/>
              <a:gd name="connsiteX53" fmla="*/ 5544006 w 12762302"/>
              <a:gd name="connsiteY53" fmla="*/ 2810388 h 10546323"/>
              <a:gd name="connsiteX54" fmla="*/ 5192213 w 12762302"/>
              <a:gd name="connsiteY54" fmla="*/ 2843148 h 10546323"/>
              <a:gd name="connsiteX55" fmla="*/ 5055125 w 12762302"/>
              <a:gd name="connsiteY55" fmla="*/ 2937395 h 10546323"/>
              <a:gd name="connsiteX56" fmla="*/ 4818750 w 12762302"/>
              <a:gd name="connsiteY56" fmla="*/ 3787642 h 10546323"/>
              <a:gd name="connsiteX57" fmla="*/ 4828830 w 12762302"/>
              <a:gd name="connsiteY57" fmla="*/ 3819899 h 10546323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57" fmla="*/ 8568096 w 12762302"/>
              <a:gd name="connsiteY57" fmla="*/ 2964393 h 10546276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0" fmla="*/ 7476843 w 12762302"/>
              <a:gd name="connsiteY0" fmla="*/ 2780148 h 10546276"/>
              <a:gd name="connsiteX1" fmla="*/ 5544006 w 12762302"/>
              <a:gd name="connsiteY1" fmla="*/ 2810388 h 10546276"/>
              <a:gd name="connsiteX2" fmla="*/ 5192213 w 12762302"/>
              <a:gd name="connsiteY2" fmla="*/ 2843148 h 10546276"/>
              <a:gd name="connsiteX3" fmla="*/ 5055125 w 12762302"/>
              <a:gd name="connsiteY3" fmla="*/ 2937395 h 10546276"/>
              <a:gd name="connsiteX4" fmla="*/ 4818750 w 12762302"/>
              <a:gd name="connsiteY4" fmla="*/ 3787642 h 10546276"/>
              <a:gd name="connsiteX5" fmla="*/ 4828830 w 12762302"/>
              <a:gd name="connsiteY5" fmla="*/ 3819899 h 10546276"/>
              <a:gd name="connsiteX6" fmla="*/ 4879230 w 12762302"/>
              <a:gd name="connsiteY6" fmla="*/ 3835018 h 10546276"/>
              <a:gd name="connsiteX7" fmla="*/ 4982550 w 12762302"/>
              <a:gd name="connsiteY7" fmla="*/ 383753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039745 w 12762302"/>
              <a:gd name="connsiteY55" fmla="*/ 2742348 h 10546276"/>
              <a:gd name="connsiteX0" fmla="*/ 5544006 w 12762302"/>
              <a:gd name="connsiteY0" fmla="*/ 281038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41779 w 12762302"/>
              <a:gd name="connsiteY54" fmla="*/ 2715723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120708 w 12762302"/>
              <a:gd name="connsiteY55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344290 w 12762302"/>
              <a:gd name="connsiteY0" fmla="*/ 284626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344290 w 12762302"/>
              <a:gd name="connsiteY0" fmla="*/ 284626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375007 w 12762302"/>
              <a:gd name="connsiteY0" fmla="*/ 2848519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2762302" h="10546276">
                <a:moveTo>
                  <a:pt x="5375007" y="2848519"/>
                </a:moveTo>
                <a:cubicBezTo>
                  <a:pt x="5257575" y="2851038"/>
                  <a:pt x="5245527" y="2828335"/>
                  <a:pt x="5192213" y="2843148"/>
                </a:cubicBezTo>
                <a:cubicBezTo>
                  <a:pt x="5138899" y="2857961"/>
                  <a:pt x="5074278" y="2869355"/>
                  <a:pt x="5055125" y="2937395"/>
                </a:cubicBezTo>
                <a:cubicBezTo>
                  <a:pt x="4975494" y="3220643"/>
                  <a:pt x="4896870" y="3503890"/>
                  <a:pt x="4818750" y="3787642"/>
                </a:cubicBezTo>
                <a:cubicBezTo>
                  <a:pt x="4815726" y="3794194"/>
                  <a:pt x="4823286" y="3804778"/>
                  <a:pt x="4828830" y="3819899"/>
                </a:cubicBezTo>
                <a:cubicBezTo>
                  <a:pt x="4842942" y="3824435"/>
                  <a:pt x="4860582" y="3833506"/>
                  <a:pt x="4879230" y="3835018"/>
                </a:cubicBezTo>
                <a:cubicBezTo>
                  <a:pt x="4913502" y="3838042"/>
                  <a:pt x="4948278" y="3837539"/>
                  <a:pt x="4982550" y="3837539"/>
                </a:cubicBezTo>
                <a:lnTo>
                  <a:pt x="5908633" y="3854849"/>
                </a:lnTo>
                <a:lnTo>
                  <a:pt x="7818555" y="3846106"/>
                </a:lnTo>
                <a:lnTo>
                  <a:pt x="8968135" y="3852838"/>
                </a:lnTo>
                <a:lnTo>
                  <a:pt x="10666656" y="3878363"/>
                </a:lnTo>
                <a:cubicBezTo>
                  <a:pt x="11023991" y="3885923"/>
                  <a:pt x="11380824" y="3924730"/>
                  <a:pt x="11737152" y="3959002"/>
                </a:cubicBezTo>
                <a:cubicBezTo>
                  <a:pt x="12040559" y="3988739"/>
                  <a:pt x="12279454" y="4127842"/>
                  <a:pt x="12464422" y="4380851"/>
                </a:cubicBezTo>
                <a:cubicBezTo>
                  <a:pt x="12636789" y="4617227"/>
                  <a:pt x="12791015" y="4851082"/>
                  <a:pt x="12757751" y="5159026"/>
                </a:cubicBezTo>
                <a:cubicBezTo>
                  <a:pt x="12742630" y="5295609"/>
                  <a:pt x="12727510" y="5433705"/>
                  <a:pt x="12691727" y="5565249"/>
                </a:cubicBezTo>
                <a:cubicBezTo>
                  <a:pt x="12553127" y="6071768"/>
                  <a:pt x="12415534" y="6579296"/>
                  <a:pt x="12259799" y="7080775"/>
                </a:cubicBezTo>
                <a:cubicBezTo>
                  <a:pt x="12094990" y="7610983"/>
                  <a:pt x="11913047" y="8135647"/>
                  <a:pt x="11732616" y="8660310"/>
                </a:cubicBezTo>
                <a:cubicBezTo>
                  <a:pt x="11488679" y="9371453"/>
                  <a:pt x="10999296" y="9880996"/>
                  <a:pt x="10383408" y="10286212"/>
                </a:cubicBezTo>
                <a:cubicBezTo>
                  <a:pt x="10164168" y="10430356"/>
                  <a:pt x="9916201" y="10468659"/>
                  <a:pt x="9665713" y="10476220"/>
                </a:cubicBezTo>
                <a:cubicBezTo>
                  <a:pt x="8997409" y="10496883"/>
                  <a:pt x="8328098" y="10508476"/>
                  <a:pt x="7659292" y="10517547"/>
                </a:cubicBezTo>
                <a:lnTo>
                  <a:pt x="5356518" y="10537708"/>
                </a:lnTo>
                <a:lnTo>
                  <a:pt x="1176346" y="10546276"/>
                </a:lnTo>
                <a:cubicBezTo>
                  <a:pt x="906202" y="10546276"/>
                  <a:pt x="636562" y="10525611"/>
                  <a:pt x="366922" y="10507468"/>
                </a:cubicBezTo>
                <a:cubicBezTo>
                  <a:pt x="255034" y="10499909"/>
                  <a:pt x="146170" y="10481259"/>
                  <a:pt x="67547" y="10376933"/>
                </a:cubicBezTo>
                <a:cubicBezTo>
                  <a:pt x="1522" y="10289740"/>
                  <a:pt x="-17125" y="10208595"/>
                  <a:pt x="16138" y="10103764"/>
                </a:cubicBezTo>
                <a:cubicBezTo>
                  <a:pt x="132058" y="9738869"/>
                  <a:pt x="238402" y="9370445"/>
                  <a:pt x="356842" y="9006558"/>
                </a:cubicBezTo>
                <a:cubicBezTo>
                  <a:pt x="464698" y="8674925"/>
                  <a:pt x="586162" y="8347326"/>
                  <a:pt x="696034" y="8016198"/>
                </a:cubicBezTo>
                <a:cubicBezTo>
                  <a:pt x="736858" y="7893223"/>
                  <a:pt x="808426" y="7832743"/>
                  <a:pt x="940977" y="7829719"/>
                </a:cubicBezTo>
                <a:cubicBezTo>
                  <a:pt x="1201041" y="7823671"/>
                  <a:pt x="1461105" y="7799479"/>
                  <a:pt x="1721169" y="7797462"/>
                </a:cubicBezTo>
                <a:lnTo>
                  <a:pt x="7021732" y="7765711"/>
                </a:lnTo>
                <a:cubicBezTo>
                  <a:pt x="7537828" y="7762183"/>
                  <a:pt x="8053923" y="7748574"/>
                  <a:pt x="8570019" y="7735974"/>
                </a:cubicBezTo>
                <a:cubicBezTo>
                  <a:pt x="8741881" y="7731943"/>
                  <a:pt x="8912738" y="7714807"/>
                  <a:pt x="9084602" y="7708759"/>
                </a:cubicBezTo>
                <a:cubicBezTo>
                  <a:pt x="9149618" y="7706743"/>
                  <a:pt x="9202538" y="7688095"/>
                  <a:pt x="9234793" y="7633662"/>
                </a:cubicBezTo>
                <a:cubicBezTo>
                  <a:pt x="9401618" y="7351927"/>
                  <a:pt x="9520057" y="7052551"/>
                  <a:pt x="9560880" y="6725456"/>
                </a:cubicBezTo>
                <a:cubicBezTo>
                  <a:pt x="9561889" y="6716887"/>
                  <a:pt x="9555337" y="6706808"/>
                  <a:pt x="9546266" y="6678584"/>
                </a:cubicBezTo>
                <a:cubicBezTo>
                  <a:pt x="9415225" y="6669008"/>
                  <a:pt x="9275618" y="6649856"/>
                  <a:pt x="9136009" y="6649351"/>
                </a:cubicBezTo>
                <a:lnTo>
                  <a:pt x="4911990" y="6637256"/>
                </a:lnTo>
                <a:cubicBezTo>
                  <a:pt x="4356078" y="6634736"/>
                  <a:pt x="3800671" y="6626168"/>
                  <a:pt x="3245264" y="6605504"/>
                </a:cubicBezTo>
                <a:cubicBezTo>
                  <a:pt x="2996288" y="6596432"/>
                  <a:pt x="2747312" y="6557625"/>
                  <a:pt x="2500353" y="6519825"/>
                </a:cubicBezTo>
                <a:cubicBezTo>
                  <a:pt x="2305304" y="6489584"/>
                  <a:pt x="2133945" y="6399368"/>
                  <a:pt x="2012481" y="6240104"/>
                </a:cubicBezTo>
                <a:cubicBezTo>
                  <a:pt x="1902609" y="6095961"/>
                  <a:pt x="1795257" y="5947785"/>
                  <a:pt x="1708065" y="5790033"/>
                </a:cubicBezTo>
                <a:cubicBezTo>
                  <a:pt x="1594665" y="5584905"/>
                  <a:pt x="1577025" y="5355586"/>
                  <a:pt x="1627425" y="5129793"/>
                </a:cubicBezTo>
                <a:cubicBezTo>
                  <a:pt x="1681857" y="4885858"/>
                  <a:pt x="1749897" y="4644441"/>
                  <a:pt x="1823985" y="4405546"/>
                </a:cubicBezTo>
                <a:cubicBezTo>
                  <a:pt x="2044233" y="3692387"/>
                  <a:pt x="2267504" y="2979731"/>
                  <a:pt x="2494304" y="2268588"/>
                </a:cubicBezTo>
                <a:cubicBezTo>
                  <a:pt x="2627864" y="1850268"/>
                  <a:pt x="2805272" y="1450597"/>
                  <a:pt x="3048703" y="1083685"/>
                </a:cubicBezTo>
                <a:cubicBezTo>
                  <a:pt x="3185791" y="877045"/>
                  <a:pt x="3373279" y="716773"/>
                  <a:pt x="3551696" y="546926"/>
                </a:cubicBezTo>
                <a:cubicBezTo>
                  <a:pt x="3859638" y="253598"/>
                  <a:pt x="4235119" y="131631"/>
                  <a:pt x="4645878" y="95846"/>
                </a:cubicBezTo>
                <a:cubicBezTo>
                  <a:pt x="4870662" y="76191"/>
                  <a:pt x="5096454" y="64093"/>
                  <a:pt x="5322245" y="58046"/>
                </a:cubicBezTo>
                <a:lnTo>
                  <a:pt x="6900268" y="27805"/>
                </a:lnTo>
                <a:lnTo>
                  <a:pt x="8951042" y="86"/>
                </a:lnTo>
                <a:cubicBezTo>
                  <a:pt x="9186409" y="-1426"/>
                  <a:pt x="9422281" y="17222"/>
                  <a:pt x="9656642" y="36879"/>
                </a:cubicBezTo>
                <a:cubicBezTo>
                  <a:pt x="9742321" y="43934"/>
                  <a:pt x="9828504" y="73670"/>
                  <a:pt x="9909649" y="105926"/>
                </a:cubicBezTo>
                <a:cubicBezTo>
                  <a:pt x="9989785" y="137679"/>
                  <a:pt x="10030104" y="206222"/>
                  <a:pt x="10020529" y="295431"/>
                </a:cubicBezTo>
                <a:cubicBezTo>
                  <a:pt x="10014480" y="353893"/>
                  <a:pt x="10007929" y="413366"/>
                  <a:pt x="9991801" y="469310"/>
                </a:cubicBezTo>
                <a:cubicBezTo>
                  <a:pt x="9813889" y="1077133"/>
                  <a:pt x="9634466" y="1684956"/>
                  <a:pt x="9453530" y="2291772"/>
                </a:cubicBezTo>
                <a:cubicBezTo>
                  <a:pt x="9432361" y="2361829"/>
                  <a:pt x="9428863" y="2432028"/>
                  <a:pt x="9373393" y="2497403"/>
                </a:cubicBezTo>
                <a:cubicBezTo>
                  <a:pt x="9317923" y="2562778"/>
                  <a:pt x="9282996" y="2673441"/>
                  <a:pt x="9120708" y="2684025"/>
                </a:cubicBezTo>
              </a:path>
            </a:pathLst>
          </a:custGeom>
          <a:noFill/>
          <a:ln w="50391" cap="flat">
            <a:solidFill>
              <a:srgbClr val="FF096C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BB34F4-1BF4-419C-70EC-2539F8299AE6}"/>
              </a:ext>
            </a:extLst>
          </p:cNvPr>
          <p:cNvSpPr/>
          <p:nvPr/>
        </p:nvSpPr>
        <p:spPr>
          <a:xfrm rot="1337249">
            <a:off x="-627588" y="437281"/>
            <a:ext cx="6138761" cy="5177388"/>
          </a:xfrm>
          <a:custGeom>
            <a:avLst/>
            <a:gdLst>
              <a:gd name="connsiteX0" fmla="*/ 4828830 w 12762302"/>
              <a:gd name="connsiteY0" fmla="*/ 3819899 h 10546323"/>
              <a:gd name="connsiteX1" fmla="*/ 4879230 w 12762302"/>
              <a:gd name="connsiteY1" fmla="*/ 3835018 h 10546323"/>
              <a:gd name="connsiteX2" fmla="*/ 4982550 w 12762302"/>
              <a:gd name="connsiteY2" fmla="*/ 3837539 h 10546323"/>
              <a:gd name="connsiteX3" fmla="*/ 7818555 w 12762302"/>
              <a:gd name="connsiteY3" fmla="*/ 3846106 h 10546323"/>
              <a:gd name="connsiteX4" fmla="*/ 10666656 w 12762302"/>
              <a:gd name="connsiteY4" fmla="*/ 3878363 h 10546323"/>
              <a:gd name="connsiteX5" fmla="*/ 11737152 w 12762302"/>
              <a:gd name="connsiteY5" fmla="*/ 3959002 h 10546323"/>
              <a:gd name="connsiteX6" fmla="*/ 12464422 w 12762302"/>
              <a:gd name="connsiteY6" fmla="*/ 4380851 h 10546323"/>
              <a:gd name="connsiteX7" fmla="*/ 12757751 w 12762302"/>
              <a:gd name="connsiteY7" fmla="*/ 5159026 h 10546323"/>
              <a:gd name="connsiteX8" fmla="*/ 12691727 w 12762302"/>
              <a:gd name="connsiteY8" fmla="*/ 5565249 h 10546323"/>
              <a:gd name="connsiteX9" fmla="*/ 12259799 w 12762302"/>
              <a:gd name="connsiteY9" fmla="*/ 7080775 h 10546323"/>
              <a:gd name="connsiteX10" fmla="*/ 11732616 w 12762302"/>
              <a:gd name="connsiteY10" fmla="*/ 8660310 h 10546323"/>
              <a:gd name="connsiteX11" fmla="*/ 10383408 w 12762302"/>
              <a:gd name="connsiteY11" fmla="*/ 10286212 h 10546323"/>
              <a:gd name="connsiteX12" fmla="*/ 9665713 w 12762302"/>
              <a:gd name="connsiteY12" fmla="*/ 10476220 h 10546323"/>
              <a:gd name="connsiteX13" fmla="*/ 7659292 w 12762302"/>
              <a:gd name="connsiteY13" fmla="*/ 10517547 h 10546323"/>
              <a:gd name="connsiteX14" fmla="*/ 5356518 w 12762302"/>
              <a:gd name="connsiteY14" fmla="*/ 10537708 h 10546323"/>
              <a:gd name="connsiteX15" fmla="*/ 1176346 w 12762302"/>
              <a:gd name="connsiteY15" fmla="*/ 10546276 h 10546323"/>
              <a:gd name="connsiteX16" fmla="*/ 366922 w 12762302"/>
              <a:gd name="connsiteY16" fmla="*/ 10507468 h 10546323"/>
              <a:gd name="connsiteX17" fmla="*/ 67547 w 12762302"/>
              <a:gd name="connsiteY17" fmla="*/ 10376933 h 10546323"/>
              <a:gd name="connsiteX18" fmla="*/ 16138 w 12762302"/>
              <a:gd name="connsiteY18" fmla="*/ 10103764 h 10546323"/>
              <a:gd name="connsiteX19" fmla="*/ 356842 w 12762302"/>
              <a:gd name="connsiteY19" fmla="*/ 9006558 h 10546323"/>
              <a:gd name="connsiteX20" fmla="*/ 696034 w 12762302"/>
              <a:gd name="connsiteY20" fmla="*/ 8016198 h 10546323"/>
              <a:gd name="connsiteX21" fmla="*/ 940977 w 12762302"/>
              <a:gd name="connsiteY21" fmla="*/ 7829719 h 10546323"/>
              <a:gd name="connsiteX22" fmla="*/ 1721169 w 12762302"/>
              <a:gd name="connsiteY22" fmla="*/ 7797462 h 10546323"/>
              <a:gd name="connsiteX23" fmla="*/ 7021732 w 12762302"/>
              <a:gd name="connsiteY23" fmla="*/ 7765711 h 10546323"/>
              <a:gd name="connsiteX24" fmla="*/ 8570019 w 12762302"/>
              <a:gd name="connsiteY24" fmla="*/ 7735974 h 10546323"/>
              <a:gd name="connsiteX25" fmla="*/ 9084602 w 12762302"/>
              <a:gd name="connsiteY25" fmla="*/ 7708759 h 10546323"/>
              <a:gd name="connsiteX26" fmla="*/ 9234793 w 12762302"/>
              <a:gd name="connsiteY26" fmla="*/ 7633662 h 10546323"/>
              <a:gd name="connsiteX27" fmla="*/ 9560880 w 12762302"/>
              <a:gd name="connsiteY27" fmla="*/ 6725456 h 10546323"/>
              <a:gd name="connsiteX28" fmla="*/ 9546266 w 12762302"/>
              <a:gd name="connsiteY28" fmla="*/ 6678584 h 10546323"/>
              <a:gd name="connsiteX29" fmla="*/ 9136009 w 12762302"/>
              <a:gd name="connsiteY29" fmla="*/ 6649351 h 10546323"/>
              <a:gd name="connsiteX30" fmla="*/ 4911990 w 12762302"/>
              <a:gd name="connsiteY30" fmla="*/ 6637256 h 10546323"/>
              <a:gd name="connsiteX31" fmla="*/ 3245264 w 12762302"/>
              <a:gd name="connsiteY31" fmla="*/ 6605504 h 10546323"/>
              <a:gd name="connsiteX32" fmla="*/ 2500353 w 12762302"/>
              <a:gd name="connsiteY32" fmla="*/ 6519825 h 10546323"/>
              <a:gd name="connsiteX33" fmla="*/ 2012481 w 12762302"/>
              <a:gd name="connsiteY33" fmla="*/ 6240104 h 10546323"/>
              <a:gd name="connsiteX34" fmla="*/ 1708065 w 12762302"/>
              <a:gd name="connsiteY34" fmla="*/ 5790033 h 10546323"/>
              <a:gd name="connsiteX35" fmla="*/ 1627425 w 12762302"/>
              <a:gd name="connsiteY35" fmla="*/ 5129793 h 10546323"/>
              <a:gd name="connsiteX36" fmla="*/ 1823985 w 12762302"/>
              <a:gd name="connsiteY36" fmla="*/ 4405546 h 10546323"/>
              <a:gd name="connsiteX37" fmla="*/ 2494304 w 12762302"/>
              <a:gd name="connsiteY37" fmla="*/ 2268588 h 10546323"/>
              <a:gd name="connsiteX38" fmla="*/ 3048703 w 12762302"/>
              <a:gd name="connsiteY38" fmla="*/ 1083685 h 10546323"/>
              <a:gd name="connsiteX39" fmla="*/ 3551696 w 12762302"/>
              <a:gd name="connsiteY39" fmla="*/ 546926 h 10546323"/>
              <a:gd name="connsiteX40" fmla="*/ 4645878 w 12762302"/>
              <a:gd name="connsiteY40" fmla="*/ 95846 h 10546323"/>
              <a:gd name="connsiteX41" fmla="*/ 5322245 w 12762302"/>
              <a:gd name="connsiteY41" fmla="*/ 58046 h 10546323"/>
              <a:gd name="connsiteX42" fmla="*/ 6900268 w 12762302"/>
              <a:gd name="connsiteY42" fmla="*/ 27805 h 10546323"/>
              <a:gd name="connsiteX43" fmla="*/ 8951042 w 12762302"/>
              <a:gd name="connsiteY43" fmla="*/ 86 h 10546323"/>
              <a:gd name="connsiteX44" fmla="*/ 9656642 w 12762302"/>
              <a:gd name="connsiteY44" fmla="*/ 36879 h 10546323"/>
              <a:gd name="connsiteX45" fmla="*/ 9909649 w 12762302"/>
              <a:gd name="connsiteY45" fmla="*/ 105926 h 10546323"/>
              <a:gd name="connsiteX46" fmla="*/ 10020529 w 12762302"/>
              <a:gd name="connsiteY46" fmla="*/ 295431 h 10546323"/>
              <a:gd name="connsiteX47" fmla="*/ 9991801 w 12762302"/>
              <a:gd name="connsiteY47" fmla="*/ 469310 h 10546323"/>
              <a:gd name="connsiteX48" fmla="*/ 9453530 w 12762302"/>
              <a:gd name="connsiteY48" fmla="*/ 2291772 h 10546323"/>
              <a:gd name="connsiteX49" fmla="*/ 9373393 w 12762302"/>
              <a:gd name="connsiteY49" fmla="*/ 2497403 h 10546323"/>
              <a:gd name="connsiteX50" fmla="*/ 9039745 w 12762302"/>
              <a:gd name="connsiteY50" fmla="*/ 2742348 h 10546323"/>
              <a:gd name="connsiteX51" fmla="*/ 8377995 w 12762302"/>
              <a:gd name="connsiteY51" fmla="*/ 2778131 h 10546323"/>
              <a:gd name="connsiteX52" fmla="*/ 7476843 w 12762302"/>
              <a:gd name="connsiteY52" fmla="*/ 2780148 h 10546323"/>
              <a:gd name="connsiteX53" fmla="*/ 5544006 w 12762302"/>
              <a:gd name="connsiteY53" fmla="*/ 2810388 h 10546323"/>
              <a:gd name="connsiteX54" fmla="*/ 5192213 w 12762302"/>
              <a:gd name="connsiteY54" fmla="*/ 2843148 h 10546323"/>
              <a:gd name="connsiteX55" fmla="*/ 5055125 w 12762302"/>
              <a:gd name="connsiteY55" fmla="*/ 2937395 h 10546323"/>
              <a:gd name="connsiteX56" fmla="*/ 4818750 w 12762302"/>
              <a:gd name="connsiteY56" fmla="*/ 3787642 h 10546323"/>
              <a:gd name="connsiteX57" fmla="*/ 4828830 w 12762302"/>
              <a:gd name="connsiteY57" fmla="*/ 3819899 h 10546323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57" fmla="*/ 8568096 w 12762302"/>
              <a:gd name="connsiteY57" fmla="*/ 2964393 h 10546276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0" fmla="*/ 7476843 w 12762302"/>
              <a:gd name="connsiteY0" fmla="*/ 2780148 h 10546276"/>
              <a:gd name="connsiteX1" fmla="*/ 5544006 w 12762302"/>
              <a:gd name="connsiteY1" fmla="*/ 2810388 h 10546276"/>
              <a:gd name="connsiteX2" fmla="*/ 5192213 w 12762302"/>
              <a:gd name="connsiteY2" fmla="*/ 2843148 h 10546276"/>
              <a:gd name="connsiteX3" fmla="*/ 5055125 w 12762302"/>
              <a:gd name="connsiteY3" fmla="*/ 2937395 h 10546276"/>
              <a:gd name="connsiteX4" fmla="*/ 4818750 w 12762302"/>
              <a:gd name="connsiteY4" fmla="*/ 3787642 h 10546276"/>
              <a:gd name="connsiteX5" fmla="*/ 4828830 w 12762302"/>
              <a:gd name="connsiteY5" fmla="*/ 3819899 h 10546276"/>
              <a:gd name="connsiteX6" fmla="*/ 4879230 w 12762302"/>
              <a:gd name="connsiteY6" fmla="*/ 3835018 h 10546276"/>
              <a:gd name="connsiteX7" fmla="*/ 4982550 w 12762302"/>
              <a:gd name="connsiteY7" fmla="*/ 383753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039745 w 12762302"/>
              <a:gd name="connsiteY55" fmla="*/ 2742348 h 10546276"/>
              <a:gd name="connsiteX0" fmla="*/ 5544006 w 12762302"/>
              <a:gd name="connsiteY0" fmla="*/ 281038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41779 w 12762302"/>
              <a:gd name="connsiteY54" fmla="*/ 2715723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120708 w 12762302"/>
              <a:gd name="connsiteY55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192213 w 12762302"/>
              <a:gd name="connsiteY0" fmla="*/ 2843148 h 10546276"/>
              <a:gd name="connsiteX1" fmla="*/ 5055125 w 12762302"/>
              <a:gd name="connsiteY1" fmla="*/ 2937395 h 10546276"/>
              <a:gd name="connsiteX2" fmla="*/ 4818750 w 12762302"/>
              <a:gd name="connsiteY2" fmla="*/ 3787642 h 10546276"/>
              <a:gd name="connsiteX3" fmla="*/ 4828830 w 12762302"/>
              <a:gd name="connsiteY3" fmla="*/ 3819899 h 10546276"/>
              <a:gd name="connsiteX4" fmla="*/ 4879230 w 12762302"/>
              <a:gd name="connsiteY4" fmla="*/ 3835018 h 10546276"/>
              <a:gd name="connsiteX5" fmla="*/ 4982550 w 12762302"/>
              <a:gd name="connsiteY5" fmla="*/ 3837539 h 10546276"/>
              <a:gd name="connsiteX6" fmla="*/ 5908633 w 12762302"/>
              <a:gd name="connsiteY6" fmla="*/ 3854849 h 10546276"/>
              <a:gd name="connsiteX7" fmla="*/ 7818555 w 12762302"/>
              <a:gd name="connsiteY7" fmla="*/ 3846106 h 10546276"/>
              <a:gd name="connsiteX8" fmla="*/ 8968135 w 12762302"/>
              <a:gd name="connsiteY8" fmla="*/ 3852838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120708 w 12762302"/>
              <a:gd name="connsiteY55" fmla="*/ 2684025 h 10546276"/>
              <a:gd name="connsiteX0" fmla="*/ 5055125 w 12762302"/>
              <a:gd name="connsiteY0" fmla="*/ 2937395 h 10546276"/>
              <a:gd name="connsiteX1" fmla="*/ 4818750 w 12762302"/>
              <a:gd name="connsiteY1" fmla="*/ 3787642 h 10546276"/>
              <a:gd name="connsiteX2" fmla="*/ 4828830 w 12762302"/>
              <a:gd name="connsiteY2" fmla="*/ 3819899 h 10546276"/>
              <a:gd name="connsiteX3" fmla="*/ 4879230 w 12762302"/>
              <a:gd name="connsiteY3" fmla="*/ 3835018 h 10546276"/>
              <a:gd name="connsiteX4" fmla="*/ 4982550 w 12762302"/>
              <a:gd name="connsiteY4" fmla="*/ 3837539 h 10546276"/>
              <a:gd name="connsiteX5" fmla="*/ 5908633 w 12762302"/>
              <a:gd name="connsiteY5" fmla="*/ 3854849 h 10546276"/>
              <a:gd name="connsiteX6" fmla="*/ 7818555 w 12762302"/>
              <a:gd name="connsiteY6" fmla="*/ 3846106 h 10546276"/>
              <a:gd name="connsiteX7" fmla="*/ 8968135 w 12762302"/>
              <a:gd name="connsiteY7" fmla="*/ 3852838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4818750 w 12762302"/>
              <a:gd name="connsiteY0" fmla="*/ 3787642 h 10546276"/>
              <a:gd name="connsiteX1" fmla="*/ 4828830 w 12762302"/>
              <a:gd name="connsiteY1" fmla="*/ 3819899 h 10546276"/>
              <a:gd name="connsiteX2" fmla="*/ 4879230 w 12762302"/>
              <a:gd name="connsiteY2" fmla="*/ 3835018 h 10546276"/>
              <a:gd name="connsiteX3" fmla="*/ 4982550 w 12762302"/>
              <a:gd name="connsiteY3" fmla="*/ 3837539 h 10546276"/>
              <a:gd name="connsiteX4" fmla="*/ 5908633 w 12762302"/>
              <a:gd name="connsiteY4" fmla="*/ 3854849 h 10546276"/>
              <a:gd name="connsiteX5" fmla="*/ 7818555 w 12762302"/>
              <a:gd name="connsiteY5" fmla="*/ 3846106 h 10546276"/>
              <a:gd name="connsiteX6" fmla="*/ 8968135 w 12762302"/>
              <a:gd name="connsiteY6" fmla="*/ 3852838 h 10546276"/>
              <a:gd name="connsiteX7" fmla="*/ 10666656 w 12762302"/>
              <a:gd name="connsiteY7" fmla="*/ 3878363 h 10546276"/>
              <a:gd name="connsiteX8" fmla="*/ 11737152 w 12762302"/>
              <a:gd name="connsiteY8" fmla="*/ 3959002 h 10546276"/>
              <a:gd name="connsiteX9" fmla="*/ 12464422 w 12762302"/>
              <a:gd name="connsiteY9" fmla="*/ 4380851 h 10546276"/>
              <a:gd name="connsiteX10" fmla="*/ 12757751 w 12762302"/>
              <a:gd name="connsiteY10" fmla="*/ 5159026 h 10546276"/>
              <a:gd name="connsiteX11" fmla="*/ 12691727 w 12762302"/>
              <a:gd name="connsiteY11" fmla="*/ 5565249 h 10546276"/>
              <a:gd name="connsiteX12" fmla="*/ 12259799 w 12762302"/>
              <a:gd name="connsiteY12" fmla="*/ 7080775 h 10546276"/>
              <a:gd name="connsiteX13" fmla="*/ 11732616 w 12762302"/>
              <a:gd name="connsiteY13" fmla="*/ 8660310 h 10546276"/>
              <a:gd name="connsiteX14" fmla="*/ 10383408 w 12762302"/>
              <a:gd name="connsiteY14" fmla="*/ 10286212 h 10546276"/>
              <a:gd name="connsiteX15" fmla="*/ 9665713 w 12762302"/>
              <a:gd name="connsiteY15" fmla="*/ 10476220 h 10546276"/>
              <a:gd name="connsiteX16" fmla="*/ 7659292 w 12762302"/>
              <a:gd name="connsiteY16" fmla="*/ 10517547 h 10546276"/>
              <a:gd name="connsiteX17" fmla="*/ 5356518 w 12762302"/>
              <a:gd name="connsiteY17" fmla="*/ 10537708 h 10546276"/>
              <a:gd name="connsiteX18" fmla="*/ 1176346 w 12762302"/>
              <a:gd name="connsiteY18" fmla="*/ 10546276 h 10546276"/>
              <a:gd name="connsiteX19" fmla="*/ 366922 w 12762302"/>
              <a:gd name="connsiteY19" fmla="*/ 10507468 h 10546276"/>
              <a:gd name="connsiteX20" fmla="*/ 67547 w 12762302"/>
              <a:gd name="connsiteY20" fmla="*/ 10376933 h 10546276"/>
              <a:gd name="connsiteX21" fmla="*/ 16138 w 12762302"/>
              <a:gd name="connsiteY21" fmla="*/ 10103764 h 10546276"/>
              <a:gd name="connsiteX22" fmla="*/ 356842 w 12762302"/>
              <a:gd name="connsiteY22" fmla="*/ 9006558 h 10546276"/>
              <a:gd name="connsiteX23" fmla="*/ 696034 w 12762302"/>
              <a:gd name="connsiteY23" fmla="*/ 8016198 h 10546276"/>
              <a:gd name="connsiteX24" fmla="*/ 940977 w 12762302"/>
              <a:gd name="connsiteY24" fmla="*/ 7829719 h 10546276"/>
              <a:gd name="connsiteX25" fmla="*/ 1721169 w 12762302"/>
              <a:gd name="connsiteY25" fmla="*/ 7797462 h 10546276"/>
              <a:gd name="connsiteX26" fmla="*/ 7021732 w 12762302"/>
              <a:gd name="connsiteY26" fmla="*/ 7765711 h 10546276"/>
              <a:gd name="connsiteX27" fmla="*/ 8570019 w 12762302"/>
              <a:gd name="connsiteY27" fmla="*/ 7735974 h 10546276"/>
              <a:gd name="connsiteX28" fmla="*/ 9084602 w 12762302"/>
              <a:gd name="connsiteY28" fmla="*/ 7708759 h 10546276"/>
              <a:gd name="connsiteX29" fmla="*/ 9234793 w 12762302"/>
              <a:gd name="connsiteY29" fmla="*/ 7633662 h 10546276"/>
              <a:gd name="connsiteX30" fmla="*/ 9560880 w 12762302"/>
              <a:gd name="connsiteY30" fmla="*/ 6725456 h 10546276"/>
              <a:gd name="connsiteX31" fmla="*/ 9546266 w 12762302"/>
              <a:gd name="connsiteY31" fmla="*/ 6678584 h 10546276"/>
              <a:gd name="connsiteX32" fmla="*/ 9136009 w 12762302"/>
              <a:gd name="connsiteY32" fmla="*/ 6649351 h 10546276"/>
              <a:gd name="connsiteX33" fmla="*/ 4911990 w 12762302"/>
              <a:gd name="connsiteY33" fmla="*/ 6637256 h 10546276"/>
              <a:gd name="connsiteX34" fmla="*/ 3245264 w 12762302"/>
              <a:gd name="connsiteY34" fmla="*/ 6605504 h 10546276"/>
              <a:gd name="connsiteX35" fmla="*/ 2500353 w 12762302"/>
              <a:gd name="connsiteY35" fmla="*/ 6519825 h 10546276"/>
              <a:gd name="connsiteX36" fmla="*/ 2012481 w 12762302"/>
              <a:gd name="connsiteY36" fmla="*/ 6240104 h 10546276"/>
              <a:gd name="connsiteX37" fmla="*/ 1708065 w 12762302"/>
              <a:gd name="connsiteY37" fmla="*/ 5790033 h 10546276"/>
              <a:gd name="connsiteX38" fmla="*/ 1627425 w 12762302"/>
              <a:gd name="connsiteY38" fmla="*/ 5129793 h 10546276"/>
              <a:gd name="connsiteX39" fmla="*/ 1823985 w 12762302"/>
              <a:gd name="connsiteY39" fmla="*/ 4405546 h 10546276"/>
              <a:gd name="connsiteX40" fmla="*/ 2494304 w 12762302"/>
              <a:gd name="connsiteY40" fmla="*/ 2268588 h 10546276"/>
              <a:gd name="connsiteX41" fmla="*/ 3048703 w 12762302"/>
              <a:gd name="connsiteY41" fmla="*/ 1083685 h 10546276"/>
              <a:gd name="connsiteX42" fmla="*/ 3551696 w 12762302"/>
              <a:gd name="connsiteY42" fmla="*/ 546926 h 10546276"/>
              <a:gd name="connsiteX43" fmla="*/ 4645878 w 12762302"/>
              <a:gd name="connsiteY43" fmla="*/ 95846 h 10546276"/>
              <a:gd name="connsiteX44" fmla="*/ 5322245 w 12762302"/>
              <a:gd name="connsiteY44" fmla="*/ 58046 h 10546276"/>
              <a:gd name="connsiteX45" fmla="*/ 6900268 w 12762302"/>
              <a:gd name="connsiteY45" fmla="*/ 27805 h 10546276"/>
              <a:gd name="connsiteX46" fmla="*/ 8951042 w 12762302"/>
              <a:gd name="connsiteY46" fmla="*/ 86 h 10546276"/>
              <a:gd name="connsiteX47" fmla="*/ 9656642 w 12762302"/>
              <a:gd name="connsiteY47" fmla="*/ 36879 h 10546276"/>
              <a:gd name="connsiteX48" fmla="*/ 9909649 w 12762302"/>
              <a:gd name="connsiteY48" fmla="*/ 105926 h 10546276"/>
              <a:gd name="connsiteX49" fmla="*/ 10020529 w 12762302"/>
              <a:gd name="connsiteY49" fmla="*/ 295431 h 10546276"/>
              <a:gd name="connsiteX50" fmla="*/ 9991801 w 12762302"/>
              <a:gd name="connsiteY50" fmla="*/ 469310 h 10546276"/>
              <a:gd name="connsiteX51" fmla="*/ 9453530 w 12762302"/>
              <a:gd name="connsiteY51" fmla="*/ 2291772 h 10546276"/>
              <a:gd name="connsiteX52" fmla="*/ 9373393 w 12762302"/>
              <a:gd name="connsiteY52" fmla="*/ 2497403 h 10546276"/>
              <a:gd name="connsiteX53" fmla="*/ 9120708 w 12762302"/>
              <a:gd name="connsiteY53" fmla="*/ 2684025 h 10546276"/>
              <a:gd name="connsiteX0" fmla="*/ 4818750 w 12762302"/>
              <a:gd name="connsiteY0" fmla="*/ 3787642 h 10546276"/>
              <a:gd name="connsiteX1" fmla="*/ 4828830 w 12762302"/>
              <a:gd name="connsiteY1" fmla="*/ 3819899 h 10546276"/>
              <a:gd name="connsiteX2" fmla="*/ 4982550 w 12762302"/>
              <a:gd name="connsiteY2" fmla="*/ 3837539 h 10546276"/>
              <a:gd name="connsiteX3" fmla="*/ 5908633 w 12762302"/>
              <a:gd name="connsiteY3" fmla="*/ 3854849 h 10546276"/>
              <a:gd name="connsiteX4" fmla="*/ 7818555 w 12762302"/>
              <a:gd name="connsiteY4" fmla="*/ 3846106 h 10546276"/>
              <a:gd name="connsiteX5" fmla="*/ 8968135 w 12762302"/>
              <a:gd name="connsiteY5" fmla="*/ 3852838 h 10546276"/>
              <a:gd name="connsiteX6" fmla="*/ 10666656 w 12762302"/>
              <a:gd name="connsiteY6" fmla="*/ 3878363 h 10546276"/>
              <a:gd name="connsiteX7" fmla="*/ 11737152 w 12762302"/>
              <a:gd name="connsiteY7" fmla="*/ 3959002 h 10546276"/>
              <a:gd name="connsiteX8" fmla="*/ 12464422 w 12762302"/>
              <a:gd name="connsiteY8" fmla="*/ 4380851 h 10546276"/>
              <a:gd name="connsiteX9" fmla="*/ 12757751 w 12762302"/>
              <a:gd name="connsiteY9" fmla="*/ 5159026 h 10546276"/>
              <a:gd name="connsiteX10" fmla="*/ 12691727 w 12762302"/>
              <a:gd name="connsiteY10" fmla="*/ 5565249 h 10546276"/>
              <a:gd name="connsiteX11" fmla="*/ 12259799 w 12762302"/>
              <a:gd name="connsiteY11" fmla="*/ 7080775 h 10546276"/>
              <a:gd name="connsiteX12" fmla="*/ 11732616 w 12762302"/>
              <a:gd name="connsiteY12" fmla="*/ 8660310 h 10546276"/>
              <a:gd name="connsiteX13" fmla="*/ 10383408 w 12762302"/>
              <a:gd name="connsiteY13" fmla="*/ 10286212 h 10546276"/>
              <a:gd name="connsiteX14" fmla="*/ 9665713 w 12762302"/>
              <a:gd name="connsiteY14" fmla="*/ 10476220 h 10546276"/>
              <a:gd name="connsiteX15" fmla="*/ 7659292 w 12762302"/>
              <a:gd name="connsiteY15" fmla="*/ 10517547 h 10546276"/>
              <a:gd name="connsiteX16" fmla="*/ 5356518 w 12762302"/>
              <a:gd name="connsiteY16" fmla="*/ 10537708 h 10546276"/>
              <a:gd name="connsiteX17" fmla="*/ 1176346 w 12762302"/>
              <a:gd name="connsiteY17" fmla="*/ 10546276 h 10546276"/>
              <a:gd name="connsiteX18" fmla="*/ 366922 w 12762302"/>
              <a:gd name="connsiteY18" fmla="*/ 10507468 h 10546276"/>
              <a:gd name="connsiteX19" fmla="*/ 67547 w 12762302"/>
              <a:gd name="connsiteY19" fmla="*/ 10376933 h 10546276"/>
              <a:gd name="connsiteX20" fmla="*/ 16138 w 12762302"/>
              <a:gd name="connsiteY20" fmla="*/ 10103764 h 10546276"/>
              <a:gd name="connsiteX21" fmla="*/ 356842 w 12762302"/>
              <a:gd name="connsiteY21" fmla="*/ 9006558 h 10546276"/>
              <a:gd name="connsiteX22" fmla="*/ 696034 w 12762302"/>
              <a:gd name="connsiteY22" fmla="*/ 8016198 h 10546276"/>
              <a:gd name="connsiteX23" fmla="*/ 940977 w 12762302"/>
              <a:gd name="connsiteY23" fmla="*/ 7829719 h 10546276"/>
              <a:gd name="connsiteX24" fmla="*/ 1721169 w 12762302"/>
              <a:gd name="connsiteY24" fmla="*/ 7797462 h 10546276"/>
              <a:gd name="connsiteX25" fmla="*/ 7021732 w 12762302"/>
              <a:gd name="connsiteY25" fmla="*/ 7765711 h 10546276"/>
              <a:gd name="connsiteX26" fmla="*/ 8570019 w 12762302"/>
              <a:gd name="connsiteY26" fmla="*/ 7735974 h 10546276"/>
              <a:gd name="connsiteX27" fmla="*/ 9084602 w 12762302"/>
              <a:gd name="connsiteY27" fmla="*/ 7708759 h 10546276"/>
              <a:gd name="connsiteX28" fmla="*/ 9234793 w 12762302"/>
              <a:gd name="connsiteY28" fmla="*/ 7633662 h 10546276"/>
              <a:gd name="connsiteX29" fmla="*/ 9560880 w 12762302"/>
              <a:gd name="connsiteY29" fmla="*/ 6725456 h 10546276"/>
              <a:gd name="connsiteX30" fmla="*/ 9546266 w 12762302"/>
              <a:gd name="connsiteY30" fmla="*/ 6678584 h 10546276"/>
              <a:gd name="connsiteX31" fmla="*/ 9136009 w 12762302"/>
              <a:gd name="connsiteY31" fmla="*/ 6649351 h 10546276"/>
              <a:gd name="connsiteX32" fmla="*/ 4911990 w 12762302"/>
              <a:gd name="connsiteY32" fmla="*/ 6637256 h 10546276"/>
              <a:gd name="connsiteX33" fmla="*/ 3245264 w 12762302"/>
              <a:gd name="connsiteY33" fmla="*/ 6605504 h 10546276"/>
              <a:gd name="connsiteX34" fmla="*/ 2500353 w 12762302"/>
              <a:gd name="connsiteY34" fmla="*/ 6519825 h 10546276"/>
              <a:gd name="connsiteX35" fmla="*/ 2012481 w 12762302"/>
              <a:gd name="connsiteY35" fmla="*/ 6240104 h 10546276"/>
              <a:gd name="connsiteX36" fmla="*/ 1708065 w 12762302"/>
              <a:gd name="connsiteY36" fmla="*/ 5790033 h 10546276"/>
              <a:gd name="connsiteX37" fmla="*/ 1627425 w 12762302"/>
              <a:gd name="connsiteY37" fmla="*/ 5129793 h 10546276"/>
              <a:gd name="connsiteX38" fmla="*/ 1823985 w 12762302"/>
              <a:gd name="connsiteY38" fmla="*/ 4405546 h 10546276"/>
              <a:gd name="connsiteX39" fmla="*/ 2494304 w 12762302"/>
              <a:gd name="connsiteY39" fmla="*/ 2268588 h 10546276"/>
              <a:gd name="connsiteX40" fmla="*/ 3048703 w 12762302"/>
              <a:gd name="connsiteY40" fmla="*/ 1083685 h 10546276"/>
              <a:gd name="connsiteX41" fmla="*/ 3551696 w 12762302"/>
              <a:gd name="connsiteY41" fmla="*/ 546926 h 10546276"/>
              <a:gd name="connsiteX42" fmla="*/ 4645878 w 12762302"/>
              <a:gd name="connsiteY42" fmla="*/ 95846 h 10546276"/>
              <a:gd name="connsiteX43" fmla="*/ 5322245 w 12762302"/>
              <a:gd name="connsiteY43" fmla="*/ 58046 h 10546276"/>
              <a:gd name="connsiteX44" fmla="*/ 6900268 w 12762302"/>
              <a:gd name="connsiteY44" fmla="*/ 27805 h 10546276"/>
              <a:gd name="connsiteX45" fmla="*/ 8951042 w 12762302"/>
              <a:gd name="connsiteY45" fmla="*/ 86 h 10546276"/>
              <a:gd name="connsiteX46" fmla="*/ 9656642 w 12762302"/>
              <a:gd name="connsiteY46" fmla="*/ 36879 h 10546276"/>
              <a:gd name="connsiteX47" fmla="*/ 9909649 w 12762302"/>
              <a:gd name="connsiteY47" fmla="*/ 105926 h 10546276"/>
              <a:gd name="connsiteX48" fmla="*/ 10020529 w 12762302"/>
              <a:gd name="connsiteY48" fmla="*/ 295431 h 10546276"/>
              <a:gd name="connsiteX49" fmla="*/ 9991801 w 12762302"/>
              <a:gd name="connsiteY49" fmla="*/ 469310 h 10546276"/>
              <a:gd name="connsiteX50" fmla="*/ 9453530 w 12762302"/>
              <a:gd name="connsiteY50" fmla="*/ 2291772 h 10546276"/>
              <a:gd name="connsiteX51" fmla="*/ 9373393 w 12762302"/>
              <a:gd name="connsiteY51" fmla="*/ 2497403 h 10546276"/>
              <a:gd name="connsiteX52" fmla="*/ 9120708 w 12762302"/>
              <a:gd name="connsiteY52" fmla="*/ 2684025 h 10546276"/>
              <a:gd name="connsiteX0" fmla="*/ 4818750 w 12762302"/>
              <a:gd name="connsiteY0" fmla="*/ 3787642 h 10546276"/>
              <a:gd name="connsiteX1" fmla="*/ 4982550 w 12762302"/>
              <a:gd name="connsiteY1" fmla="*/ 3837539 h 10546276"/>
              <a:gd name="connsiteX2" fmla="*/ 5908633 w 12762302"/>
              <a:gd name="connsiteY2" fmla="*/ 3854849 h 10546276"/>
              <a:gd name="connsiteX3" fmla="*/ 7818555 w 12762302"/>
              <a:gd name="connsiteY3" fmla="*/ 3846106 h 10546276"/>
              <a:gd name="connsiteX4" fmla="*/ 8968135 w 12762302"/>
              <a:gd name="connsiteY4" fmla="*/ 3852838 h 10546276"/>
              <a:gd name="connsiteX5" fmla="*/ 10666656 w 12762302"/>
              <a:gd name="connsiteY5" fmla="*/ 3878363 h 10546276"/>
              <a:gd name="connsiteX6" fmla="*/ 11737152 w 12762302"/>
              <a:gd name="connsiteY6" fmla="*/ 3959002 h 10546276"/>
              <a:gd name="connsiteX7" fmla="*/ 12464422 w 12762302"/>
              <a:gd name="connsiteY7" fmla="*/ 4380851 h 10546276"/>
              <a:gd name="connsiteX8" fmla="*/ 12757751 w 12762302"/>
              <a:gd name="connsiteY8" fmla="*/ 5159026 h 10546276"/>
              <a:gd name="connsiteX9" fmla="*/ 12691727 w 12762302"/>
              <a:gd name="connsiteY9" fmla="*/ 5565249 h 10546276"/>
              <a:gd name="connsiteX10" fmla="*/ 12259799 w 12762302"/>
              <a:gd name="connsiteY10" fmla="*/ 7080775 h 10546276"/>
              <a:gd name="connsiteX11" fmla="*/ 11732616 w 12762302"/>
              <a:gd name="connsiteY11" fmla="*/ 8660310 h 10546276"/>
              <a:gd name="connsiteX12" fmla="*/ 10383408 w 12762302"/>
              <a:gd name="connsiteY12" fmla="*/ 10286212 h 10546276"/>
              <a:gd name="connsiteX13" fmla="*/ 9665713 w 12762302"/>
              <a:gd name="connsiteY13" fmla="*/ 10476220 h 10546276"/>
              <a:gd name="connsiteX14" fmla="*/ 7659292 w 12762302"/>
              <a:gd name="connsiteY14" fmla="*/ 10517547 h 10546276"/>
              <a:gd name="connsiteX15" fmla="*/ 5356518 w 12762302"/>
              <a:gd name="connsiteY15" fmla="*/ 10537708 h 10546276"/>
              <a:gd name="connsiteX16" fmla="*/ 1176346 w 12762302"/>
              <a:gd name="connsiteY16" fmla="*/ 10546276 h 10546276"/>
              <a:gd name="connsiteX17" fmla="*/ 366922 w 12762302"/>
              <a:gd name="connsiteY17" fmla="*/ 10507468 h 10546276"/>
              <a:gd name="connsiteX18" fmla="*/ 67547 w 12762302"/>
              <a:gd name="connsiteY18" fmla="*/ 10376933 h 10546276"/>
              <a:gd name="connsiteX19" fmla="*/ 16138 w 12762302"/>
              <a:gd name="connsiteY19" fmla="*/ 10103764 h 10546276"/>
              <a:gd name="connsiteX20" fmla="*/ 356842 w 12762302"/>
              <a:gd name="connsiteY20" fmla="*/ 9006558 h 10546276"/>
              <a:gd name="connsiteX21" fmla="*/ 696034 w 12762302"/>
              <a:gd name="connsiteY21" fmla="*/ 8016198 h 10546276"/>
              <a:gd name="connsiteX22" fmla="*/ 940977 w 12762302"/>
              <a:gd name="connsiteY22" fmla="*/ 7829719 h 10546276"/>
              <a:gd name="connsiteX23" fmla="*/ 1721169 w 12762302"/>
              <a:gd name="connsiteY23" fmla="*/ 7797462 h 10546276"/>
              <a:gd name="connsiteX24" fmla="*/ 7021732 w 12762302"/>
              <a:gd name="connsiteY24" fmla="*/ 7765711 h 10546276"/>
              <a:gd name="connsiteX25" fmla="*/ 8570019 w 12762302"/>
              <a:gd name="connsiteY25" fmla="*/ 7735974 h 10546276"/>
              <a:gd name="connsiteX26" fmla="*/ 9084602 w 12762302"/>
              <a:gd name="connsiteY26" fmla="*/ 7708759 h 10546276"/>
              <a:gd name="connsiteX27" fmla="*/ 9234793 w 12762302"/>
              <a:gd name="connsiteY27" fmla="*/ 7633662 h 10546276"/>
              <a:gd name="connsiteX28" fmla="*/ 9560880 w 12762302"/>
              <a:gd name="connsiteY28" fmla="*/ 6725456 h 10546276"/>
              <a:gd name="connsiteX29" fmla="*/ 9546266 w 12762302"/>
              <a:gd name="connsiteY29" fmla="*/ 6678584 h 10546276"/>
              <a:gd name="connsiteX30" fmla="*/ 9136009 w 12762302"/>
              <a:gd name="connsiteY30" fmla="*/ 6649351 h 10546276"/>
              <a:gd name="connsiteX31" fmla="*/ 4911990 w 12762302"/>
              <a:gd name="connsiteY31" fmla="*/ 6637256 h 10546276"/>
              <a:gd name="connsiteX32" fmla="*/ 3245264 w 12762302"/>
              <a:gd name="connsiteY32" fmla="*/ 6605504 h 10546276"/>
              <a:gd name="connsiteX33" fmla="*/ 2500353 w 12762302"/>
              <a:gd name="connsiteY33" fmla="*/ 6519825 h 10546276"/>
              <a:gd name="connsiteX34" fmla="*/ 2012481 w 12762302"/>
              <a:gd name="connsiteY34" fmla="*/ 6240104 h 10546276"/>
              <a:gd name="connsiteX35" fmla="*/ 1708065 w 12762302"/>
              <a:gd name="connsiteY35" fmla="*/ 5790033 h 10546276"/>
              <a:gd name="connsiteX36" fmla="*/ 1627425 w 12762302"/>
              <a:gd name="connsiteY36" fmla="*/ 5129793 h 10546276"/>
              <a:gd name="connsiteX37" fmla="*/ 1823985 w 12762302"/>
              <a:gd name="connsiteY37" fmla="*/ 4405546 h 10546276"/>
              <a:gd name="connsiteX38" fmla="*/ 2494304 w 12762302"/>
              <a:gd name="connsiteY38" fmla="*/ 2268588 h 10546276"/>
              <a:gd name="connsiteX39" fmla="*/ 3048703 w 12762302"/>
              <a:gd name="connsiteY39" fmla="*/ 1083685 h 10546276"/>
              <a:gd name="connsiteX40" fmla="*/ 3551696 w 12762302"/>
              <a:gd name="connsiteY40" fmla="*/ 546926 h 10546276"/>
              <a:gd name="connsiteX41" fmla="*/ 4645878 w 12762302"/>
              <a:gd name="connsiteY41" fmla="*/ 95846 h 10546276"/>
              <a:gd name="connsiteX42" fmla="*/ 5322245 w 12762302"/>
              <a:gd name="connsiteY42" fmla="*/ 58046 h 10546276"/>
              <a:gd name="connsiteX43" fmla="*/ 6900268 w 12762302"/>
              <a:gd name="connsiteY43" fmla="*/ 27805 h 10546276"/>
              <a:gd name="connsiteX44" fmla="*/ 8951042 w 12762302"/>
              <a:gd name="connsiteY44" fmla="*/ 86 h 10546276"/>
              <a:gd name="connsiteX45" fmla="*/ 9656642 w 12762302"/>
              <a:gd name="connsiteY45" fmla="*/ 36879 h 10546276"/>
              <a:gd name="connsiteX46" fmla="*/ 9909649 w 12762302"/>
              <a:gd name="connsiteY46" fmla="*/ 105926 h 10546276"/>
              <a:gd name="connsiteX47" fmla="*/ 10020529 w 12762302"/>
              <a:gd name="connsiteY47" fmla="*/ 295431 h 10546276"/>
              <a:gd name="connsiteX48" fmla="*/ 9991801 w 12762302"/>
              <a:gd name="connsiteY48" fmla="*/ 469310 h 10546276"/>
              <a:gd name="connsiteX49" fmla="*/ 9453530 w 12762302"/>
              <a:gd name="connsiteY49" fmla="*/ 2291772 h 10546276"/>
              <a:gd name="connsiteX50" fmla="*/ 9373393 w 12762302"/>
              <a:gd name="connsiteY50" fmla="*/ 2497403 h 10546276"/>
              <a:gd name="connsiteX51" fmla="*/ 9120708 w 12762302"/>
              <a:gd name="connsiteY51" fmla="*/ 2684025 h 10546276"/>
              <a:gd name="connsiteX0" fmla="*/ 4982550 w 12762302"/>
              <a:gd name="connsiteY0" fmla="*/ 3837539 h 10546276"/>
              <a:gd name="connsiteX1" fmla="*/ 5908633 w 12762302"/>
              <a:gd name="connsiteY1" fmla="*/ 3854849 h 10546276"/>
              <a:gd name="connsiteX2" fmla="*/ 7818555 w 12762302"/>
              <a:gd name="connsiteY2" fmla="*/ 3846106 h 10546276"/>
              <a:gd name="connsiteX3" fmla="*/ 8968135 w 12762302"/>
              <a:gd name="connsiteY3" fmla="*/ 3852838 h 10546276"/>
              <a:gd name="connsiteX4" fmla="*/ 10666656 w 12762302"/>
              <a:gd name="connsiteY4" fmla="*/ 3878363 h 10546276"/>
              <a:gd name="connsiteX5" fmla="*/ 11737152 w 12762302"/>
              <a:gd name="connsiteY5" fmla="*/ 3959002 h 10546276"/>
              <a:gd name="connsiteX6" fmla="*/ 12464422 w 12762302"/>
              <a:gd name="connsiteY6" fmla="*/ 4380851 h 10546276"/>
              <a:gd name="connsiteX7" fmla="*/ 12757751 w 12762302"/>
              <a:gd name="connsiteY7" fmla="*/ 5159026 h 10546276"/>
              <a:gd name="connsiteX8" fmla="*/ 12691727 w 12762302"/>
              <a:gd name="connsiteY8" fmla="*/ 5565249 h 10546276"/>
              <a:gd name="connsiteX9" fmla="*/ 12259799 w 12762302"/>
              <a:gd name="connsiteY9" fmla="*/ 7080775 h 10546276"/>
              <a:gd name="connsiteX10" fmla="*/ 11732616 w 12762302"/>
              <a:gd name="connsiteY10" fmla="*/ 8660310 h 10546276"/>
              <a:gd name="connsiteX11" fmla="*/ 10383408 w 12762302"/>
              <a:gd name="connsiteY11" fmla="*/ 10286212 h 10546276"/>
              <a:gd name="connsiteX12" fmla="*/ 9665713 w 12762302"/>
              <a:gd name="connsiteY12" fmla="*/ 10476220 h 10546276"/>
              <a:gd name="connsiteX13" fmla="*/ 7659292 w 12762302"/>
              <a:gd name="connsiteY13" fmla="*/ 10517547 h 10546276"/>
              <a:gd name="connsiteX14" fmla="*/ 5356518 w 12762302"/>
              <a:gd name="connsiteY14" fmla="*/ 10537708 h 10546276"/>
              <a:gd name="connsiteX15" fmla="*/ 1176346 w 12762302"/>
              <a:gd name="connsiteY15" fmla="*/ 10546276 h 10546276"/>
              <a:gd name="connsiteX16" fmla="*/ 366922 w 12762302"/>
              <a:gd name="connsiteY16" fmla="*/ 10507468 h 10546276"/>
              <a:gd name="connsiteX17" fmla="*/ 67547 w 12762302"/>
              <a:gd name="connsiteY17" fmla="*/ 10376933 h 10546276"/>
              <a:gd name="connsiteX18" fmla="*/ 16138 w 12762302"/>
              <a:gd name="connsiteY18" fmla="*/ 10103764 h 10546276"/>
              <a:gd name="connsiteX19" fmla="*/ 356842 w 12762302"/>
              <a:gd name="connsiteY19" fmla="*/ 9006558 h 10546276"/>
              <a:gd name="connsiteX20" fmla="*/ 696034 w 12762302"/>
              <a:gd name="connsiteY20" fmla="*/ 8016198 h 10546276"/>
              <a:gd name="connsiteX21" fmla="*/ 940977 w 12762302"/>
              <a:gd name="connsiteY21" fmla="*/ 7829719 h 10546276"/>
              <a:gd name="connsiteX22" fmla="*/ 1721169 w 12762302"/>
              <a:gd name="connsiteY22" fmla="*/ 7797462 h 10546276"/>
              <a:gd name="connsiteX23" fmla="*/ 7021732 w 12762302"/>
              <a:gd name="connsiteY23" fmla="*/ 7765711 h 10546276"/>
              <a:gd name="connsiteX24" fmla="*/ 8570019 w 12762302"/>
              <a:gd name="connsiteY24" fmla="*/ 7735974 h 10546276"/>
              <a:gd name="connsiteX25" fmla="*/ 9084602 w 12762302"/>
              <a:gd name="connsiteY25" fmla="*/ 7708759 h 10546276"/>
              <a:gd name="connsiteX26" fmla="*/ 9234793 w 12762302"/>
              <a:gd name="connsiteY26" fmla="*/ 7633662 h 10546276"/>
              <a:gd name="connsiteX27" fmla="*/ 9560880 w 12762302"/>
              <a:gd name="connsiteY27" fmla="*/ 6725456 h 10546276"/>
              <a:gd name="connsiteX28" fmla="*/ 9546266 w 12762302"/>
              <a:gd name="connsiteY28" fmla="*/ 6678584 h 10546276"/>
              <a:gd name="connsiteX29" fmla="*/ 9136009 w 12762302"/>
              <a:gd name="connsiteY29" fmla="*/ 6649351 h 10546276"/>
              <a:gd name="connsiteX30" fmla="*/ 4911990 w 12762302"/>
              <a:gd name="connsiteY30" fmla="*/ 6637256 h 10546276"/>
              <a:gd name="connsiteX31" fmla="*/ 3245264 w 12762302"/>
              <a:gd name="connsiteY31" fmla="*/ 6605504 h 10546276"/>
              <a:gd name="connsiteX32" fmla="*/ 2500353 w 12762302"/>
              <a:gd name="connsiteY32" fmla="*/ 6519825 h 10546276"/>
              <a:gd name="connsiteX33" fmla="*/ 2012481 w 12762302"/>
              <a:gd name="connsiteY33" fmla="*/ 6240104 h 10546276"/>
              <a:gd name="connsiteX34" fmla="*/ 1708065 w 12762302"/>
              <a:gd name="connsiteY34" fmla="*/ 5790033 h 10546276"/>
              <a:gd name="connsiteX35" fmla="*/ 1627425 w 12762302"/>
              <a:gd name="connsiteY35" fmla="*/ 5129793 h 10546276"/>
              <a:gd name="connsiteX36" fmla="*/ 1823985 w 12762302"/>
              <a:gd name="connsiteY36" fmla="*/ 4405546 h 10546276"/>
              <a:gd name="connsiteX37" fmla="*/ 2494304 w 12762302"/>
              <a:gd name="connsiteY37" fmla="*/ 2268588 h 10546276"/>
              <a:gd name="connsiteX38" fmla="*/ 3048703 w 12762302"/>
              <a:gd name="connsiteY38" fmla="*/ 1083685 h 10546276"/>
              <a:gd name="connsiteX39" fmla="*/ 3551696 w 12762302"/>
              <a:gd name="connsiteY39" fmla="*/ 546926 h 10546276"/>
              <a:gd name="connsiteX40" fmla="*/ 4645878 w 12762302"/>
              <a:gd name="connsiteY40" fmla="*/ 95846 h 10546276"/>
              <a:gd name="connsiteX41" fmla="*/ 5322245 w 12762302"/>
              <a:gd name="connsiteY41" fmla="*/ 58046 h 10546276"/>
              <a:gd name="connsiteX42" fmla="*/ 6900268 w 12762302"/>
              <a:gd name="connsiteY42" fmla="*/ 27805 h 10546276"/>
              <a:gd name="connsiteX43" fmla="*/ 8951042 w 12762302"/>
              <a:gd name="connsiteY43" fmla="*/ 86 h 10546276"/>
              <a:gd name="connsiteX44" fmla="*/ 9656642 w 12762302"/>
              <a:gd name="connsiteY44" fmla="*/ 36879 h 10546276"/>
              <a:gd name="connsiteX45" fmla="*/ 9909649 w 12762302"/>
              <a:gd name="connsiteY45" fmla="*/ 105926 h 10546276"/>
              <a:gd name="connsiteX46" fmla="*/ 10020529 w 12762302"/>
              <a:gd name="connsiteY46" fmla="*/ 295431 h 10546276"/>
              <a:gd name="connsiteX47" fmla="*/ 9991801 w 12762302"/>
              <a:gd name="connsiteY47" fmla="*/ 469310 h 10546276"/>
              <a:gd name="connsiteX48" fmla="*/ 9453530 w 12762302"/>
              <a:gd name="connsiteY48" fmla="*/ 2291772 h 10546276"/>
              <a:gd name="connsiteX49" fmla="*/ 9373393 w 12762302"/>
              <a:gd name="connsiteY49" fmla="*/ 2497403 h 10546276"/>
              <a:gd name="connsiteX50" fmla="*/ 9120708 w 12762302"/>
              <a:gd name="connsiteY50" fmla="*/ 2684025 h 10546276"/>
              <a:gd name="connsiteX0" fmla="*/ 5908633 w 12762302"/>
              <a:gd name="connsiteY0" fmla="*/ 3854849 h 10546276"/>
              <a:gd name="connsiteX1" fmla="*/ 7818555 w 12762302"/>
              <a:gd name="connsiteY1" fmla="*/ 3846106 h 10546276"/>
              <a:gd name="connsiteX2" fmla="*/ 8968135 w 12762302"/>
              <a:gd name="connsiteY2" fmla="*/ 3852838 h 10546276"/>
              <a:gd name="connsiteX3" fmla="*/ 10666656 w 12762302"/>
              <a:gd name="connsiteY3" fmla="*/ 3878363 h 10546276"/>
              <a:gd name="connsiteX4" fmla="*/ 11737152 w 12762302"/>
              <a:gd name="connsiteY4" fmla="*/ 3959002 h 10546276"/>
              <a:gd name="connsiteX5" fmla="*/ 12464422 w 12762302"/>
              <a:gd name="connsiteY5" fmla="*/ 4380851 h 10546276"/>
              <a:gd name="connsiteX6" fmla="*/ 12757751 w 12762302"/>
              <a:gd name="connsiteY6" fmla="*/ 5159026 h 10546276"/>
              <a:gd name="connsiteX7" fmla="*/ 12691727 w 12762302"/>
              <a:gd name="connsiteY7" fmla="*/ 5565249 h 10546276"/>
              <a:gd name="connsiteX8" fmla="*/ 12259799 w 12762302"/>
              <a:gd name="connsiteY8" fmla="*/ 7080775 h 10546276"/>
              <a:gd name="connsiteX9" fmla="*/ 11732616 w 12762302"/>
              <a:gd name="connsiteY9" fmla="*/ 8660310 h 10546276"/>
              <a:gd name="connsiteX10" fmla="*/ 10383408 w 12762302"/>
              <a:gd name="connsiteY10" fmla="*/ 10286212 h 10546276"/>
              <a:gd name="connsiteX11" fmla="*/ 9665713 w 12762302"/>
              <a:gd name="connsiteY11" fmla="*/ 10476220 h 10546276"/>
              <a:gd name="connsiteX12" fmla="*/ 7659292 w 12762302"/>
              <a:gd name="connsiteY12" fmla="*/ 10517547 h 10546276"/>
              <a:gd name="connsiteX13" fmla="*/ 5356518 w 12762302"/>
              <a:gd name="connsiteY13" fmla="*/ 10537708 h 10546276"/>
              <a:gd name="connsiteX14" fmla="*/ 1176346 w 12762302"/>
              <a:gd name="connsiteY14" fmla="*/ 10546276 h 10546276"/>
              <a:gd name="connsiteX15" fmla="*/ 366922 w 12762302"/>
              <a:gd name="connsiteY15" fmla="*/ 10507468 h 10546276"/>
              <a:gd name="connsiteX16" fmla="*/ 67547 w 12762302"/>
              <a:gd name="connsiteY16" fmla="*/ 10376933 h 10546276"/>
              <a:gd name="connsiteX17" fmla="*/ 16138 w 12762302"/>
              <a:gd name="connsiteY17" fmla="*/ 10103764 h 10546276"/>
              <a:gd name="connsiteX18" fmla="*/ 356842 w 12762302"/>
              <a:gd name="connsiteY18" fmla="*/ 9006558 h 10546276"/>
              <a:gd name="connsiteX19" fmla="*/ 696034 w 12762302"/>
              <a:gd name="connsiteY19" fmla="*/ 8016198 h 10546276"/>
              <a:gd name="connsiteX20" fmla="*/ 940977 w 12762302"/>
              <a:gd name="connsiteY20" fmla="*/ 7829719 h 10546276"/>
              <a:gd name="connsiteX21" fmla="*/ 1721169 w 12762302"/>
              <a:gd name="connsiteY21" fmla="*/ 7797462 h 10546276"/>
              <a:gd name="connsiteX22" fmla="*/ 7021732 w 12762302"/>
              <a:gd name="connsiteY22" fmla="*/ 7765711 h 10546276"/>
              <a:gd name="connsiteX23" fmla="*/ 8570019 w 12762302"/>
              <a:gd name="connsiteY23" fmla="*/ 7735974 h 10546276"/>
              <a:gd name="connsiteX24" fmla="*/ 9084602 w 12762302"/>
              <a:gd name="connsiteY24" fmla="*/ 7708759 h 10546276"/>
              <a:gd name="connsiteX25" fmla="*/ 9234793 w 12762302"/>
              <a:gd name="connsiteY25" fmla="*/ 7633662 h 10546276"/>
              <a:gd name="connsiteX26" fmla="*/ 9560880 w 12762302"/>
              <a:gd name="connsiteY26" fmla="*/ 6725456 h 10546276"/>
              <a:gd name="connsiteX27" fmla="*/ 9546266 w 12762302"/>
              <a:gd name="connsiteY27" fmla="*/ 6678584 h 10546276"/>
              <a:gd name="connsiteX28" fmla="*/ 9136009 w 12762302"/>
              <a:gd name="connsiteY28" fmla="*/ 6649351 h 10546276"/>
              <a:gd name="connsiteX29" fmla="*/ 4911990 w 12762302"/>
              <a:gd name="connsiteY29" fmla="*/ 6637256 h 10546276"/>
              <a:gd name="connsiteX30" fmla="*/ 3245264 w 12762302"/>
              <a:gd name="connsiteY30" fmla="*/ 6605504 h 10546276"/>
              <a:gd name="connsiteX31" fmla="*/ 2500353 w 12762302"/>
              <a:gd name="connsiteY31" fmla="*/ 6519825 h 10546276"/>
              <a:gd name="connsiteX32" fmla="*/ 2012481 w 12762302"/>
              <a:gd name="connsiteY32" fmla="*/ 6240104 h 10546276"/>
              <a:gd name="connsiteX33" fmla="*/ 1708065 w 12762302"/>
              <a:gd name="connsiteY33" fmla="*/ 5790033 h 10546276"/>
              <a:gd name="connsiteX34" fmla="*/ 1627425 w 12762302"/>
              <a:gd name="connsiteY34" fmla="*/ 5129793 h 10546276"/>
              <a:gd name="connsiteX35" fmla="*/ 1823985 w 12762302"/>
              <a:gd name="connsiteY35" fmla="*/ 4405546 h 10546276"/>
              <a:gd name="connsiteX36" fmla="*/ 2494304 w 12762302"/>
              <a:gd name="connsiteY36" fmla="*/ 2268588 h 10546276"/>
              <a:gd name="connsiteX37" fmla="*/ 3048703 w 12762302"/>
              <a:gd name="connsiteY37" fmla="*/ 1083685 h 10546276"/>
              <a:gd name="connsiteX38" fmla="*/ 3551696 w 12762302"/>
              <a:gd name="connsiteY38" fmla="*/ 546926 h 10546276"/>
              <a:gd name="connsiteX39" fmla="*/ 4645878 w 12762302"/>
              <a:gd name="connsiteY39" fmla="*/ 95846 h 10546276"/>
              <a:gd name="connsiteX40" fmla="*/ 5322245 w 12762302"/>
              <a:gd name="connsiteY40" fmla="*/ 58046 h 10546276"/>
              <a:gd name="connsiteX41" fmla="*/ 6900268 w 12762302"/>
              <a:gd name="connsiteY41" fmla="*/ 27805 h 10546276"/>
              <a:gd name="connsiteX42" fmla="*/ 8951042 w 12762302"/>
              <a:gd name="connsiteY42" fmla="*/ 86 h 10546276"/>
              <a:gd name="connsiteX43" fmla="*/ 9656642 w 12762302"/>
              <a:gd name="connsiteY43" fmla="*/ 36879 h 10546276"/>
              <a:gd name="connsiteX44" fmla="*/ 9909649 w 12762302"/>
              <a:gd name="connsiteY44" fmla="*/ 105926 h 10546276"/>
              <a:gd name="connsiteX45" fmla="*/ 10020529 w 12762302"/>
              <a:gd name="connsiteY45" fmla="*/ 295431 h 10546276"/>
              <a:gd name="connsiteX46" fmla="*/ 9991801 w 12762302"/>
              <a:gd name="connsiteY46" fmla="*/ 469310 h 10546276"/>
              <a:gd name="connsiteX47" fmla="*/ 9453530 w 12762302"/>
              <a:gd name="connsiteY47" fmla="*/ 2291772 h 10546276"/>
              <a:gd name="connsiteX48" fmla="*/ 9373393 w 12762302"/>
              <a:gd name="connsiteY48" fmla="*/ 2497403 h 10546276"/>
              <a:gd name="connsiteX49" fmla="*/ 9120708 w 12762302"/>
              <a:gd name="connsiteY49" fmla="*/ 2684025 h 10546276"/>
              <a:gd name="connsiteX0" fmla="*/ 7818555 w 12762302"/>
              <a:gd name="connsiteY0" fmla="*/ 3846106 h 10546276"/>
              <a:gd name="connsiteX1" fmla="*/ 8968135 w 12762302"/>
              <a:gd name="connsiteY1" fmla="*/ 3852838 h 10546276"/>
              <a:gd name="connsiteX2" fmla="*/ 10666656 w 12762302"/>
              <a:gd name="connsiteY2" fmla="*/ 3878363 h 10546276"/>
              <a:gd name="connsiteX3" fmla="*/ 11737152 w 12762302"/>
              <a:gd name="connsiteY3" fmla="*/ 3959002 h 10546276"/>
              <a:gd name="connsiteX4" fmla="*/ 12464422 w 12762302"/>
              <a:gd name="connsiteY4" fmla="*/ 4380851 h 10546276"/>
              <a:gd name="connsiteX5" fmla="*/ 12757751 w 12762302"/>
              <a:gd name="connsiteY5" fmla="*/ 5159026 h 10546276"/>
              <a:gd name="connsiteX6" fmla="*/ 12691727 w 12762302"/>
              <a:gd name="connsiteY6" fmla="*/ 5565249 h 10546276"/>
              <a:gd name="connsiteX7" fmla="*/ 12259799 w 12762302"/>
              <a:gd name="connsiteY7" fmla="*/ 7080775 h 10546276"/>
              <a:gd name="connsiteX8" fmla="*/ 11732616 w 12762302"/>
              <a:gd name="connsiteY8" fmla="*/ 8660310 h 10546276"/>
              <a:gd name="connsiteX9" fmla="*/ 10383408 w 12762302"/>
              <a:gd name="connsiteY9" fmla="*/ 10286212 h 10546276"/>
              <a:gd name="connsiteX10" fmla="*/ 9665713 w 12762302"/>
              <a:gd name="connsiteY10" fmla="*/ 10476220 h 10546276"/>
              <a:gd name="connsiteX11" fmla="*/ 7659292 w 12762302"/>
              <a:gd name="connsiteY11" fmla="*/ 10517547 h 10546276"/>
              <a:gd name="connsiteX12" fmla="*/ 5356518 w 12762302"/>
              <a:gd name="connsiteY12" fmla="*/ 10537708 h 10546276"/>
              <a:gd name="connsiteX13" fmla="*/ 1176346 w 12762302"/>
              <a:gd name="connsiteY13" fmla="*/ 10546276 h 10546276"/>
              <a:gd name="connsiteX14" fmla="*/ 366922 w 12762302"/>
              <a:gd name="connsiteY14" fmla="*/ 10507468 h 10546276"/>
              <a:gd name="connsiteX15" fmla="*/ 67547 w 12762302"/>
              <a:gd name="connsiteY15" fmla="*/ 10376933 h 10546276"/>
              <a:gd name="connsiteX16" fmla="*/ 16138 w 12762302"/>
              <a:gd name="connsiteY16" fmla="*/ 10103764 h 10546276"/>
              <a:gd name="connsiteX17" fmla="*/ 356842 w 12762302"/>
              <a:gd name="connsiteY17" fmla="*/ 9006558 h 10546276"/>
              <a:gd name="connsiteX18" fmla="*/ 696034 w 12762302"/>
              <a:gd name="connsiteY18" fmla="*/ 8016198 h 10546276"/>
              <a:gd name="connsiteX19" fmla="*/ 940977 w 12762302"/>
              <a:gd name="connsiteY19" fmla="*/ 7829719 h 10546276"/>
              <a:gd name="connsiteX20" fmla="*/ 1721169 w 12762302"/>
              <a:gd name="connsiteY20" fmla="*/ 7797462 h 10546276"/>
              <a:gd name="connsiteX21" fmla="*/ 7021732 w 12762302"/>
              <a:gd name="connsiteY21" fmla="*/ 7765711 h 10546276"/>
              <a:gd name="connsiteX22" fmla="*/ 8570019 w 12762302"/>
              <a:gd name="connsiteY22" fmla="*/ 7735974 h 10546276"/>
              <a:gd name="connsiteX23" fmla="*/ 9084602 w 12762302"/>
              <a:gd name="connsiteY23" fmla="*/ 7708759 h 10546276"/>
              <a:gd name="connsiteX24" fmla="*/ 9234793 w 12762302"/>
              <a:gd name="connsiteY24" fmla="*/ 7633662 h 10546276"/>
              <a:gd name="connsiteX25" fmla="*/ 9560880 w 12762302"/>
              <a:gd name="connsiteY25" fmla="*/ 6725456 h 10546276"/>
              <a:gd name="connsiteX26" fmla="*/ 9546266 w 12762302"/>
              <a:gd name="connsiteY26" fmla="*/ 6678584 h 10546276"/>
              <a:gd name="connsiteX27" fmla="*/ 9136009 w 12762302"/>
              <a:gd name="connsiteY27" fmla="*/ 6649351 h 10546276"/>
              <a:gd name="connsiteX28" fmla="*/ 4911990 w 12762302"/>
              <a:gd name="connsiteY28" fmla="*/ 6637256 h 10546276"/>
              <a:gd name="connsiteX29" fmla="*/ 3245264 w 12762302"/>
              <a:gd name="connsiteY29" fmla="*/ 6605504 h 10546276"/>
              <a:gd name="connsiteX30" fmla="*/ 2500353 w 12762302"/>
              <a:gd name="connsiteY30" fmla="*/ 6519825 h 10546276"/>
              <a:gd name="connsiteX31" fmla="*/ 2012481 w 12762302"/>
              <a:gd name="connsiteY31" fmla="*/ 6240104 h 10546276"/>
              <a:gd name="connsiteX32" fmla="*/ 1708065 w 12762302"/>
              <a:gd name="connsiteY32" fmla="*/ 5790033 h 10546276"/>
              <a:gd name="connsiteX33" fmla="*/ 1627425 w 12762302"/>
              <a:gd name="connsiteY33" fmla="*/ 5129793 h 10546276"/>
              <a:gd name="connsiteX34" fmla="*/ 1823985 w 12762302"/>
              <a:gd name="connsiteY34" fmla="*/ 4405546 h 10546276"/>
              <a:gd name="connsiteX35" fmla="*/ 2494304 w 12762302"/>
              <a:gd name="connsiteY35" fmla="*/ 2268588 h 10546276"/>
              <a:gd name="connsiteX36" fmla="*/ 3048703 w 12762302"/>
              <a:gd name="connsiteY36" fmla="*/ 1083685 h 10546276"/>
              <a:gd name="connsiteX37" fmla="*/ 3551696 w 12762302"/>
              <a:gd name="connsiteY37" fmla="*/ 546926 h 10546276"/>
              <a:gd name="connsiteX38" fmla="*/ 4645878 w 12762302"/>
              <a:gd name="connsiteY38" fmla="*/ 95846 h 10546276"/>
              <a:gd name="connsiteX39" fmla="*/ 5322245 w 12762302"/>
              <a:gd name="connsiteY39" fmla="*/ 58046 h 10546276"/>
              <a:gd name="connsiteX40" fmla="*/ 6900268 w 12762302"/>
              <a:gd name="connsiteY40" fmla="*/ 27805 h 10546276"/>
              <a:gd name="connsiteX41" fmla="*/ 8951042 w 12762302"/>
              <a:gd name="connsiteY41" fmla="*/ 86 h 10546276"/>
              <a:gd name="connsiteX42" fmla="*/ 9656642 w 12762302"/>
              <a:gd name="connsiteY42" fmla="*/ 36879 h 10546276"/>
              <a:gd name="connsiteX43" fmla="*/ 9909649 w 12762302"/>
              <a:gd name="connsiteY43" fmla="*/ 105926 h 10546276"/>
              <a:gd name="connsiteX44" fmla="*/ 10020529 w 12762302"/>
              <a:gd name="connsiteY44" fmla="*/ 295431 h 10546276"/>
              <a:gd name="connsiteX45" fmla="*/ 9991801 w 12762302"/>
              <a:gd name="connsiteY45" fmla="*/ 469310 h 10546276"/>
              <a:gd name="connsiteX46" fmla="*/ 9453530 w 12762302"/>
              <a:gd name="connsiteY46" fmla="*/ 2291772 h 10546276"/>
              <a:gd name="connsiteX47" fmla="*/ 9373393 w 12762302"/>
              <a:gd name="connsiteY47" fmla="*/ 2497403 h 10546276"/>
              <a:gd name="connsiteX48" fmla="*/ 9120708 w 12762302"/>
              <a:gd name="connsiteY48" fmla="*/ 2684025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45" fmla="*/ 9453530 w 12762302"/>
              <a:gd name="connsiteY45" fmla="*/ 2291772 h 10546276"/>
              <a:gd name="connsiteX46" fmla="*/ 9373393 w 12762302"/>
              <a:gd name="connsiteY46" fmla="*/ 2497403 h 10546276"/>
              <a:gd name="connsiteX47" fmla="*/ 9120708 w 12762302"/>
              <a:gd name="connsiteY47" fmla="*/ 2684025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45" fmla="*/ 9453530 w 12762302"/>
              <a:gd name="connsiteY45" fmla="*/ 2291772 h 10546276"/>
              <a:gd name="connsiteX46" fmla="*/ 9373393 w 12762302"/>
              <a:gd name="connsiteY46" fmla="*/ 2497403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45" fmla="*/ 9453530 w 12762302"/>
              <a:gd name="connsiteY45" fmla="*/ 2291772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762302" h="10546276">
                <a:moveTo>
                  <a:pt x="8968135" y="3852838"/>
                </a:moveTo>
                <a:lnTo>
                  <a:pt x="10666656" y="3878363"/>
                </a:lnTo>
                <a:cubicBezTo>
                  <a:pt x="11023991" y="3885923"/>
                  <a:pt x="11380824" y="3924730"/>
                  <a:pt x="11737152" y="3959002"/>
                </a:cubicBezTo>
                <a:cubicBezTo>
                  <a:pt x="12040559" y="3988739"/>
                  <a:pt x="12279454" y="4127842"/>
                  <a:pt x="12464422" y="4380851"/>
                </a:cubicBezTo>
                <a:cubicBezTo>
                  <a:pt x="12636789" y="4617227"/>
                  <a:pt x="12791015" y="4851082"/>
                  <a:pt x="12757751" y="5159026"/>
                </a:cubicBezTo>
                <a:cubicBezTo>
                  <a:pt x="12742630" y="5295609"/>
                  <a:pt x="12727510" y="5433705"/>
                  <a:pt x="12691727" y="5565249"/>
                </a:cubicBezTo>
                <a:cubicBezTo>
                  <a:pt x="12553127" y="6071768"/>
                  <a:pt x="12415534" y="6579296"/>
                  <a:pt x="12259799" y="7080775"/>
                </a:cubicBezTo>
                <a:cubicBezTo>
                  <a:pt x="12094990" y="7610983"/>
                  <a:pt x="11913047" y="8135647"/>
                  <a:pt x="11732616" y="8660310"/>
                </a:cubicBezTo>
                <a:cubicBezTo>
                  <a:pt x="11488679" y="9371453"/>
                  <a:pt x="10999296" y="9880996"/>
                  <a:pt x="10383408" y="10286212"/>
                </a:cubicBezTo>
                <a:cubicBezTo>
                  <a:pt x="10164168" y="10430356"/>
                  <a:pt x="9916201" y="10468659"/>
                  <a:pt x="9665713" y="10476220"/>
                </a:cubicBezTo>
                <a:cubicBezTo>
                  <a:pt x="8997409" y="10496883"/>
                  <a:pt x="8328098" y="10508476"/>
                  <a:pt x="7659292" y="10517547"/>
                </a:cubicBezTo>
                <a:lnTo>
                  <a:pt x="5356518" y="10537708"/>
                </a:lnTo>
                <a:lnTo>
                  <a:pt x="1176346" y="10546276"/>
                </a:lnTo>
                <a:cubicBezTo>
                  <a:pt x="906202" y="10546276"/>
                  <a:pt x="636562" y="10525611"/>
                  <a:pt x="366922" y="10507468"/>
                </a:cubicBezTo>
                <a:cubicBezTo>
                  <a:pt x="255034" y="10499909"/>
                  <a:pt x="146170" y="10481259"/>
                  <a:pt x="67547" y="10376933"/>
                </a:cubicBezTo>
                <a:cubicBezTo>
                  <a:pt x="1522" y="10289740"/>
                  <a:pt x="-17125" y="10208595"/>
                  <a:pt x="16138" y="10103764"/>
                </a:cubicBezTo>
                <a:cubicBezTo>
                  <a:pt x="132058" y="9738869"/>
                  <a:pt x="238402" y="9370445"/>
                  <a:pt x="356842" y="9006558"/>
                </a:cubicBezTo>
                <a:cubicBezTo>
                  <a:pt x="464698" y="8674925"/>
                  <a:pt x="586162" y="8347326"/>
                  <a:pt x="696034" y="8016198"/>
                </a:cubicBezTo>
                <a:cubicBezTo>
                  <a:pt x="736858" y="7893223"/>
                  <a:pt x="808426" y="7832743"/>
                  <a:pt x="940977" y="7829719"/>
                </a:cubicBezTo>
                <a:cubicBezTo>
                  <a:pt x="1201041" y="7823671"/>
                  <a:pt x="1461105" y="7799479"/>
                  <a:pt x="1721169" y="7797462"/>
                </a:cubicBezTo>
                <a:lnTo>
                  <a:pt x="7021732" y="7765711"/>
                </a:lnTo>
                <a:cubicBezTo>
                  <a:pt x="7537828" y="7762183"/>
                  <a:pt x="8053923" y="7748574"/>
                  <a:pt x="8570019" y="7735974"/>
                </a:cubicBezTo>
                <a:cubicBezTo>
                  <a:pt x="8741881" y="7731943"/>
                  <a:pt x="8912738" y="7714807"/>
                  <a:pt x="9084602" y="7708759"/>
                </a:cubicBezTo>
                <a:cubicBezTo>
                  <a:pt x="9149618" y="7706743"/>
                  <a:pt x="9202538" y="7688095"/>
                  <a:pt x="9234793" y="7633662"/>
                </a:cubicBezTo>
                <a:cubicBezTo>
                  <a:pt x="9401618" y="7351927"/>
                  <a:pt x="9520057" y="7052551"/>
                  <a:pt x="9560880" y="6725456"/>
                </a:cubicBezTo>
                <a:cubicBezTo>
                  <a:pt x="9561889" y="6716887"/>
                  <a:pt x="9555337" y="6706808"/>
                  <a:pt x="9546266" y="6678584"/>
                </a:cubicBezTo>
                <a:cubicBezTo>
                  <a:pt x="9415225" y="6669008"/>
                  <a:pt x="9275618" y="6649856"/>
                  <a:pt x="9136009" y="6649351"/>
                </a:cubicBezTo>
                <a:lnTo>
                  <a:pt x="4911990" y="6637256"/>
                </a:lnTo>
                <a:cubicBezTo>
                  <a:pt x="4356078" y="6634736"/>
                  <a:pt x="3800671" y="6626168"/>
                  <a:pt x="3245264" y="6605504"/>
                </a:cubicBezTo>
                <a:cubicBezTo>
                  <a:pt x="2996288" y="6596432"/>
                  <a:pt x="2747312" y="6557625"/>
                  <a:pt x="2500353" y="6519825"/>
                </a:cubicBezTo>
                <a:cubicBezTo>
                  <a:pt x="2305304" y="6489584"/>
                  <a:pt x="2133945" y="6399368"/>
                  <a:pt x="2012481" y="6240104"/>
                </a:cubicBezTo>
                <a:cubicBezTo>
                  <a:pt x="1902609" y="6095961"/>
                  <a:pt x="1795257" y="5947785"/>
                  <a:pt x="1708065" y="5790033"/>
                </a:cubicBezTo>
                <a:cubicBezTo>
                  <a:pt x="1594665" y="5584905"/>
                  <a:pt x="1577025" y="5355586"/>
                  <a:pt x="1627425" y="5129793"/>
                </a:cubicBezTo>
                <a:cubicBezTo>
                  <a:pt x="1681857" y="4885858"/>
                  <a:pt x="1749897" y="4644441"/>
                  <a:pt x="1823985" y="4405546"/>
                </a:cubicBezTo>
                <a:cubicBezTo>
                  <a:pt x="2044233" y="3692387"/>
                  <a:pt x="2267504" y="2979731"/>
                  <a:pt x="2494304" y="2268588"/>
                </a:cubicBezTo>
                <a:cubicBezTo>
                  <a:pt x="2627864" y="1850268"/>
                  <a:pt x="2805272" y="1450597"/>
                  <a:pt x="3048703" y="1083685"/>
                </a:cubicBezTo>
                <a:cubicBezTo>
                  <a:pt x="3185791" y="877045"/>
                  <a:pt x="3373279" y="716773"/>
                  <a:pt x="3551696" y="546926"/>
                </a:cubicBezTo>
                <a:cubicBezTo>
                  <a:pt x="3859638" y="253598"/>
                  <a:pt x="4235119" y="131631"/>
                  <a:pt x="4645878" y="95846"/>
                </a:cubicBezTo>
                <a:cubicBezTo>
                  <a:pt x="4870662" y="76191"/>
                  <a:pt x="5096454" y="64093"/>
                  <a:pt x="5322245" y="58046"/>
                </a:cubicBezTo>
                <a:lnTo>
                  <a:pt x="6900268" y="27805"/>
                </a:lnTo>
                <a:lnTo>
                  <a:pt x="8951042" y="86"/>
                </a:lnTo>
                <a:cubicBezTo>
                  <a:pt x="9186409" y="-1426"/>
                  <a:pt x="9422281" y="17222"/>
                  <a:pt x="9656642" y="36879"/>
                </a:cubicBezTo>
              </a:path>
            </a:pathLst>
          </a:custGeom>
          <a:noFill/>
          <a:ln w="50391" cap="flat">
            <a:solidFill>
              <a:srgbClr val="FF096C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963AB7C-2AE3-7C59-A657-843FF4E360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23039" r="68336" b="51990"/>
          <a:stretch/>
        </p:blipFill>
        <p:spPr>
          <a:xfrm>
            <a:off x="2498035" y="1577147"/>
            <a:ext cx="1361661" cy="171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8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33615EF5-070C-0578-7B89-F563A87AA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35207" y="93000"/>
            <a:ext cx="4998720" cy="6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Banco de dados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48333" y="1940067"/>
            <a:ext cx="4750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pt-BR" sz="2192" dirty="0"/>
              <a:t>O que são bancos de dados?</a:t>
            </a:r>
            <a:endParaRPr sz="2192" dirty="0"/>
          </a:p>
          <a:p>
            <a:pPr marL="0" indent="0">
              <a:spcBef>
                <a:spcPts val="1600"/>
              </a:spcBef>
              <a:buNone/>
            </a:pPr>
            <a:r>
              <a:rPr lang="pt-BR" sz="2192" dirty="0"/>
              <a:t>Quais suas aplicações? </a:t>
            </a:r>
            <a:endParaRPr sz="2192" dirty="0"/>
          </a:p>
          <a:p>
            <a:pPr marL="0" indent="0">
              <a:spcBef>
                <a:spcPts val="1600"/>
              </a:spcBef>
              <a:buNone/>
            </a:pPr>
            <a:endParaRPr sz="2469" dirty="0"/>
          </a:p>
          <a:p>
            <a:pPr indent="0">
              <a:spcBef>
                <a:spcPts val="1600"/>
              </a:spcBef>
              <a:buNone/>
            </a:pPr>
            <a:endParaRPr dirty="0"/>
          </a:p>
          <a:p>
            <a:pPr marL="121917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9102" y="1940067"/>
            <a:ext cx="6658165" cy="384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3CF7EEDE-CEFF-18D9-A26B-E690941F2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1104545"/>
            <a:ext cx="5367599" cy="46489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3866033" y="6156500"/>
            <a:ext cx="49308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pt-BR" sz="1467">
                <a:solidFill>
                  <a:schemeClr val="dk2"/>
                </a:solidFill>
              </a:rPr>
              <a:t>Lista dos sistemas mais utilizados via </a:t>
            </a:r>
            <a:r>
              <a:rPr lang="pt-BR" sz="1467" u="sng">
                <a:solidFill>
                  <a:schemeClr val="hlink"/>
                </a:solidFill>
                <a:hlinkClick r:id="rId5"/>
              </a:rPr>
              <a:t>DB-Engines</a:t>
            </a:r>
            <a:endParaRPr sz="1467">
              <a:solidFill>
                <a:schemeClr val="dk2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FABF82-F6C3-F3DB-B50C-F6B2F050B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401" y="2451190"/>
            <a:ext cx="5367599" cy="3302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EF696429-D66B-53A2-979C-42CED63C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201000" y="93000"/>
            <a:ext cx="3039200" cy="6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SGBD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415600" y="1751700"/>
            <a:ext cx="5278000" cy="437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0">
              <a:buNone/>
            </a:pPr>
            <a:endParaRPr sz="2641"/>
          </a:p>
          <a:p>
            <a:pPr marL="0" indent="0">
              <a:spcBef>
                <a:spcPts val="1600"/>
              </a:spcBef>
              <a:buNone/>
            </a:pPr>
            <a:r>
              <a:rPr lang="pt-BR" sz="2000"/>
              <a:t>O que são Sistema de Gerenciamento de Banco de Dados?</a:t>
            </a:r>
            <a:endParaRPr sz="2000"/>
          </a:p>
          <a:p>
            <a:pPr marL="0" indent="0">
              <a:spcBef>
                <a:spcPts val="1600"/>
              </a:spcBef>
              <a:buNone/>
            </a:pPr>
            <a:r>
              <a:rPr lang="pt-BR" sz="2000"/>
              <a:t>Quais suas principais funções?</a:t>
            </a:r>
            <a:endParaRPr sz="2000"/>
          </a:p>
          <a:p>
            <a:pPr indent="0">
              <a:spcBef>
                <a:spcPts val="1600"/>
              </a:spcBef>
              <a:buNone/>
            </a:pPr>
            <a:endParaRPr/>
          </a:p>
          <a:p>
            <a:pPr marL="121917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5201" y="2459209"/>
            <a:ext cx="2155700" cy="1745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1834" y="1088040"/>
            <a:ext cx="2127500" cy="141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54706" y="1088034"/>
            <a:ext cx="2127495" cy="11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93601" y="4065868"/>
            <a:ext cx="1853100" cy="206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72334" y="4572700"/>
            <a:ext cx="2492233" cy="139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B492CF-DC23-BF83-866E-8D4572CDF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05172A0-4721-BD62-B099-505F12D174E7}"/>
              </a:ext>
            </a:extLst>
          </p:cNvPr>
          <p:cNvSpPr txBox="1"/>
          <p:nvPr/>
        </p:nvSpPr>
        <p:spPr>
          <a:xfrm>
            <a:off x="8353169" y="807706"/>
            <a:ext cx="2990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Gobold" panose="02000500000000000000" pitchFamily="2" charset="0"/>
              </a:rPr>
              <a:t>Introdução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68ED0609-3631-10A5-3239-B77253F73E40}"/>
              </a:ext>
            </a:extLst>
          </p:cNvPr>
          <p:cNvSpPr/>
          <p:nvPr/>
        </p:nvSpPr>
        <p:spPr>
          <a:xfrm rot="1337249">
            <a:off x="-627588" y="437281"/>
            <a:ext cx="6138761" cy="5177388"/>
          </a:xfrm>
          <a:custGeom>
            <a:avLst/>
            <a:gdLst>
              <a:gd name="connsiteX0" fmla="*/ 4828830 w 12762302"/>
              <a:gd name="connsiteY0" fmla="*/ 3819899 h 10546323"/>
              <a:gd name="connsiteX1" fmla="*/ 4879230 w 12762302"/>
              <a:gd name="connsiteY1" fmla="*/ 3835018 h 10546323"/>
              <a:gd name="connsiteX2" fmla="*/ 4982550 w 12762302"/>
              <a:gd name="connsiteY2" fmla="*/ 3837539 h 10546323"/>
              <a:gd name="connsiteX3" fmla="*/ 7818555 w 12762302"/>
              <a:gd name="connsiteY3" fmla="*/ 3846106 h 10546323"/>
              <a:gd name="connsiteX4" fmla="*/ 10666656 w 12762302"/>
              <a:gd name="connsiteY4" fmla="*/ 3878363 h 10546323"/>
              <a:gd name="connsiteX5" fmla="*/ 11737152 w 12762302"/>
              <a:gd name="connsiteY5" fmla="*/ 3959002 h 10546323"/>
              <a:gd name="connsiteX6" fmla="*/ 12464422 w 12762302"/>
              <a:gd name="connsiteY6" fmla="*/ 4380851 h 10546323"/>
              <a:gd name="connsiteX7" fmla="*/ 12757751 w 12762302"/>
              <a:gd name="connsiteY7" fmla="*/ 5159026 h 10546323"/>
              <a:gd name="connsiteX8" fmla="*/ 12691727 w 12762302"/>
              <a:gd name="connsiteY8" fmla="*/ 5565249 h 10546323"/>
              <a:gd name="connsiteX9" fmla="*/ 12259799 w 12762302"/>
              <a:gd name="connsiteY9" fmla="*/ 7080775 h 10546323"/>
              <a:gd name="connsiteX10" fmla="*/ 11732616 w 12762302"/>
              <a:gd name="connsiteY10" fmla="*/ 8660310 h 10546323"/>
              <a:gd name="connsiteX11" fmla="*/ 10383408 w 12762302"/>
              <a:gd name="connsiteY11" fmla="*/ 10286212 h 10546323"/>
              <a:gd name="connsiteX12" fmla="*/ 9665713 w 12762302"/>
              <a:gd name="connsiteY12" fmla="*/ 10476220 h 10546323"/>
              <a:gd name="connsiteX13" fmla="*/ 7659292 w 12762302"/>
              <a:gd name="connsiteY13" fmla="*/ 10517547 h 10546323"/>
              <a:gd name="connsiteX14" fmla="*/ 5356518 w 12762302"/>
              <a:gd name="connsiteY14" fmla="*/ 10537708 h 10546323"/>
              <a:gd name="connsiteX15" fmla="*/ 1176346 w 12762302"/>
              <a:gd name="connsiteY15" fmla="*/ 10546276 h 10546323"/>
              <a:gd name="connsiteX16" fmla="*/ 366922 w 12762302"/>
              <a:gd name="connsiteY16" fmla="*/ 10507468 h 10546323"/>
              <a:gd name="connsiteX17" fmla="*/ 67547 w 12762302"/>
              <a:gd name="connsiteY17" fmla="*/ 10376933 h 10546323"/>
              <a:gd name="connsiteX18" fmla="*/ 16138 w 12762302"/>
              <a:gd name="connsiteY18" fmla="*/ 10103764 h 10546323"/>
              <a:gd name="connsiteX19" fmla="*/ 356842 w 12762302"/>
              <a:gd name="connsiteY19" fmla="*/ 9006558 h 10546323"/>
              <a:gd name="connsiteX20" fmla="*/ 696034 w 12762302"/>
              <a:gd name="connsiteY20" fmla="*/ 8016198 h 10546323"/>
              <a:gd name="connsiteX21" fmla="*/ 940977 w 12762302"/>
              <a:gd name="connsiteY21" fmla="*/ 7829719 h 10546323"/>
              <a:gd name="connsiteX22" fmla="*/ 1721169 w 12762302"/>
              <a:gd name="connsiteY22" fmla="*/ 7797462 h 10546323"/>
              <a:gd name="connsiteX23" fmla="*/ 7021732 w 12762302"/>
              <a:gd name="connsiteY23" fmla="*/ 7765711 h 10546323"/>
              <a:gd name="connsiteX24" fmla="*/ 8570019 w 12762302"/>
              <a:gd name="connsiteY24" fmla="*/ 7735974 h 10546323"/>
              <a:gd name="connsiteX25" fmla="*/ 9084602 w 12762302"/>
              <a:gd name="connsiteY25" fmla="*/ 7708759 h 10546323"/>
              <a:gd name="connsiteX26" fmla="*/ 9234793 w 12762302"/>
              <a:gd name="connsiteY26" fmla="*/ 7633662 h 10546323"/>
              <a:gd name="connsiteX27" fmla="*/ 9560880 w 12762302"/>
              <a:gd name="connsiteY27" fmla="*/ 6725456 h 10546323"/>
              <a:gd name="connsiteX28" fmla="*/ 9546266 w 12762302"/>
              <a:gd name="connsiteY28" fmla="*/ 6678584 h 10546323"/>
              <a:gd name="connsiteX29" fmla="*/ 9136009 w 12762302"/>
              <a:gd name="connsiteY29" fmla="*/ 6649351 h 10546323"/>
              <a:gd name="connsiteX30" fmla="*/ 4911990 w 12762302"/>
              <a:gd name="connsiteY30" fmla="*/ 6637256 h 10546323"/>
              <a:gd name="connsiteX31" fmla="*/ 3245264 w 12762302"/>
              <a:gd name="connsiteY31" fmla="*/ 6605504 h 10546323"/>
              <a:gd name="connsiteX32" fmla="*/ 2500353 w 12762302"/>
              <a:gd name="connsiteY32" fmla="*/ 6519825 h 10546323"/>
              <a:gd name="connsiteX33" fmla="*/ 2012481 w 12762302"/>
              <a:gd name="connsiteY33" fmla="*/ 6240104 h 10546323"/>
              <a:gd name="connsiteX34" fmla="*/ 1708065 w 12762302"/>
              <a:gd name="connsiteY34" fmla="*/ 5790033 h 10546323"/>
              <a:gd name="connsiteX35" fmla="*/ 1627425 w 12762302"/>
              <a:gd name="connsiteY35" fmla="*/ 5129793 h 10546323"/>
              <a:gd name="connsiteX36" fmla="*/ 1823985 w 12762302"/>
              <a:gd name="connsiteY36" fmla="*/ 4405546 h 10546323"/>
              <a:gd name="connsiteX37" fmla="*/ 2494304 w 12762302"/>
              <a:gd name="connsiteY37" fmla="*/ 2268588 h 10546323"/>
              <a:gd name="connsiteX38" fmla="*/ 3048703 w 12762302"/>
              <a:gd name="connsiteY38" fmla="*/ 1083685 h 10546323"/>
              <a:gd name="connsiteX39" fmla="*/ 3551696 w 12762302"/>
              <a:gd name="connsiteY39" fmla="*/ 546926 h 10546323"/>
              <a:gd name="connsiteX40" fmla="*/ 4645878 w 12762302"/>
              <a:gd name="connsiteY40" fmla="*/ 95846 h 10546323"/>
              <a:gd name="connsiteX41" fmla="*/ 5322245 w 12762302"/>
              <a:gd name="connsiteY41" fmla="*/ 58046 h 10546323"/>
              <a:gd name="connsiteX42" fmla="*/ 6900268 w 12762302"/>
              <a:gd name="connsiteY42" fmla="*/ 27805 h 10546323"/>
              <a:gd name="connsiteX43" fmla="*/ 8951042 w 12762302"/>
              <a:gd name="connsiteY43" fmla="*/ 86 h 10546323"/>
              <a:gd name="connsiteX44" fmla="*/ 9656642 w 12762302"/>
              <a:gd name="connsiteY44" fmla="*/ 36879 h 10546323"/>
              <a:gd name="connsiteX45" fmla="*/ 9909649 w 12762302"/>
              <a:gd name="connsiteY45" fmla="*/ 105926 h 10546323"/>
              <a:gd name="connsiteX46" fmla="*/ 10020529 w 12762302"/>
              <a:gd name="connsiteY46" fmla="*/ 295431 h 10546323"/>
              <a:gd name="connsiteX47" fmla="*/ 9991801 w 12762302"/>
              <a:gd name="connsiteY47" fmla="*/ 469310 h 10546323"/>
              <a:gd name="connsiteX48" fmla="*/ 9453530 w 12762302"/>
              <a:gd name="connsiteY48" fmla="*/ 2291772 h 10546323"/>
              <a:gd name="connsiteX49" fmla="*/ 9373393 w 12762302"/>
              <a:gd name="connsiteY49" fmla="*/ 2497403 h 10546323"/>
              <a:gd name="connsiteX50" fmla="*/ 9039745 w 12762302"/>
              <a:gd name="connsiteY50" fmla="*/ 2742348 h 10546323"/>
              <a:gd name="connsiteX51" fmla="*/ 8377995 w 12762302"/>
              <a:gd name="connsiteY51" fmla="*/ 2778131 h 10546323"/>
              <a:gd name="connsiteX52" fmla="*/ 7476843 w 12762302"/>
              <a:gd name="connsiteY52" fmla="*/ 2780148 h 10546323"/>
              <a:gd name="connsiteX53" fmla="*/ 5544006 w 12762302"/>
              <a:gd name="connsiteY53" fmla="*/ 2810388 h 10546323"/>
              <a:gd name="connsiteX54" fmla="*/ 5192213 w 12762302"/>
              <a:gd name="connsiteY54" fmla="*/ 2843148 h 10546323"/>
              <a:gd name="connsiteX55" fmla="*/ 5055125 w 12762302"/>
              <a:gd name="connsiteY55" fmla="*/ 2937395 h 10546323"/>
              <a:gd name="connsiteX56" fmla="*/ 4818750 w 12762302"/>
              <a:gd name="connsiteY56" fmla="*/ 3787642 h 10546323"/>
              <a:gd name="connsiteX57" fmla="*/ 4828830 w 12762302"/>
              <a:gd name="connsiteY57" fmla="*/ 3819899 h 10546323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57" fmla="*/ 8568096 w 12762302"/>
              <a:gd name="connsiteY57" fmla="*/ 2964393 h 10546276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0" fmla="*/ 7476843 w 12762302"/>
              <a:gd name="connsiteY0" fmla="*/ 2780148 h 10546276"/>
              <a:gd name="connsiteX1" fmla="*/ 5544006 w 12762302"/>
              <a:gd name="connsiteY1" fmla="*/ 2810388 h 10546276"/>
              <a:gd name="connsiteX2" fmla="*/ 5192213 w 12762302"/>
              <a:gd name="connsiteY2" fmla="*/ 2843148 h 10546276"/>
              <a:gd name="connsiteX3" fmla="*/ 5055125 w 12762302"/>
              <a:gd name="connsiteY3" fmla="*/ 2937395 h 10546276"/>
              <a:gd name="connsiteX4" fmla="*/ 4818750 w 12762302"/>
              <a:gd name="connsiteY4" fmla="*/ 3787642 h 10546276"/>
              <a:gd name="connsiteX5" fmla="*/ 4828830 w 12762302"/>
              <a:gd name="connsiteY5" fmla="*/ 3819899 h 10546276"/>
              <a:gd name="connsiteX6" fmla="*/ 4879230 w 12762302"/>
              <a:gd name="connsiteY6" fmla="*/ 3835018 h 10546276"/>
              <a:gd name="connsiteX7" fmla="*/ 4982550 w 12762302"/>
              <a:gd name="connsiteY7" fmla="*/ 383753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039745 w 12762302"/>
              <a:gd name="connsiteY55" fmla="*/ 2742348 h 10546276"/>
              <a:gd name="connsiteX0" fmla="*/ 5544006 w 12762302"/>
              <a:gd name="connsiteY0" fmla="*/ 281038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41779 w 12762302"/>
              <a:gd name="connsiteY54" fmla="*/ 2715723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120708 w 12762302"/>
              <a:gd name="connsiteY55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344290 w 12762302"/>
              <a:gd name="connsiteY0" fmla="*/ 284626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344290 w 12762302"/>
              <a:gd name="connsiteY0" fmla="*/ 284626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375007 w 12762302"/>
              <a:gd name="connsiteY0" fmla="*/ 2848519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2762302" h="10546276">
                <a:moveTo>
                  <a:pt x="5375007" y="2848519"/>
                </a:moveTo>
                <a:cubicBezTo>
                  <a:pt x="5257575" y="2851038"/>
                  <a:pt x="5245527" y="2828335"/>
                  <a:pt x="5192213" y="2843148"/>
                </a:cubicBezTo>
                <a:cubicBezTo>
                  <a:pt x="5138899" y="2857961"/>
                  <a:pt x="5074278" y="2869355"/>
                  <a:pt x="5055125" y="2937395"/>
                </a:cubicBezTo>
                <a:cubicBezTo>
                  <a:pt x="4975494" y="3220643"/>
                  <a:pt x="4896870" y="3503890"/>
                  <a:pt x="4818750" y="3787642"/>
                </a:cubicBezTo>
                <a:cubicBezTo>
                  <a:pt x="4815726" y="3794194"/>
                  <a:pt x="4823286" y="3804778"/>
                  <a:pt x="4828830" y="3819899"/>
                </a:cubicBezTo>
                <a:cubicBezTo>
                  <a:pt x="4842942" y="3824435"/>
                  <a:pt x="4860582" y="3833506"/>
                  <a:pt x="4879230" y="3835018"/>
                </a:cubicBezTo>
                <a:cubicBezTo>
                  <a:pt x="4913502" y="3838042"/>
                  <a:pt x="4948278" y="3837539"/>
                  <a:pt x="4982550" y="3837539"/>
                </a:cubicBezTo>
                <a:lnTo>
                  <a:pt x="5908633" y="3854849"/>
                </a:lnTo>
                <a:lnTo>
                  <a:pt x="7818555" y="3846106"/>
                </a:lnTo>
                <a:lnTo>
                  <a:pt x="8968135" y="3852838"/>
                </a:lnTo>
                <a:lnTo>
                  <a:pt x="10666656" y="3878363"/>
                </a:lnTo>
                <a:cubicBezTo>
                  <a:pt x="11023991" y="3885923"/>
                  <a:pt x="11380824" y="3924730"/>
                  <a:pt x="11737152" y="3959002"/>
                </a:cubicBezTo>
                <a:cubicBezTo>
                  <a:pt x="12040559" y="3988739"/>
                  <a:pt x="12279454" y="4127842"/>
                  <a:pt x="12464422" y="4380851"/>
                </a:cubicBezTo>
                <a:cubicBezTo>
                  <a:pt x="12636789" y="4617227"/>
                  <a:pt x="12791015" y="4851082"/>
                  <a:pt x="12757751" y="5159026"/>
                </a:cubicBezTo>
                <a:cubicBezTo>
                  <a:pt x="12742630" y="5295609"/>
                  <a:pt x="12727510" y="5433705"/>
                  <a:pt x="12691727" y="5565249"/>
                </a:cubicBezTo>
                <a:cubicBezTo>
                  <a:pt x="12553127" y="6071768"/>
                  <a:pt x="12415534" y="6579296"/>
                  <a:pt x="12259799" y="7080775"/>
                </a:cubicBezTo>
                <a:cubicBezTo>
                  <a:pt x="12094990" y="7610983"/>
                  <a:pt x="11913047" y="8135647"/>
                  <a:pt x="11732616" y="8660310"/>
                </a:cubicBezTo>
                <a:cubicBezTo>
                  <a:pt x="11488679" y="9371453"/>
                  <a:pt x="10999296" y="9880996"/>
                  <a:pt x="10383408" y="10286212"/>
                </a:cubicBezTo>
                <a:cubicBezTo>
                  <a:pt x="10164168" y="10430356"/>
                  <a:pt x="9916201" y="10468659"/>
                  <a:pt x="9665713" y="10476220"/>
                </a:cubicBezTo>
                <a:cubicBezTo>
                  <a:pt x="8997409" y="10496883"/>
                  <a:pt x="8328098" y="10508476"/>
                  <a:pt x="7659292" y="10517547"/>
                </a:cubicBezTo>
                <a:lnTo>
                  <a:pt x="5356518" y="10537708"/>
                </a:lnTo>
                <a:lnTo>
                  <a:pt x="1176346" y="10546276"/>
                </a:lnTo>
                <a:cubicBezTo>
                  <a:pt x="906202" y="10546276"/>
                  <a:pt x="636562" y="10525611"/>
                  <a:pt x="366922" y="10507468"/>
                </a:cubicBezTo>
                <a:cubicBezTo>
                  <a:pt x="255034" y="10499909"/>
                  <a:pt x="146170" y="10481259"/>
                  <a:pt x="67547" y="10376933"/>
                </a:cubicBezTo>
                <a:cubicBezTo>
                  <a:pt x="1522" y="10289740"/>
                  <a:pt x="-17125" y="10208595"/>
                  <a:pt x="16138" y="10103764"/>
                </a:cubicBezTo>
                <a:cubicBezTo>
                  <a:pt x="132058" y="9738869"/>
                  <a:pt x="238402" y="9370445"/>
                  <a:pt x="356842" y="9006558"/>
                </a:cubicBezTo>
                <a:cubicBezTo>
                  <a:pt x="464698" y="8674925"/>
                  <a:pt x="586162" y="8347326"/>
                  <a:pt x="696034" y="8016198"/>
                </a:cubicBezTo>
                <a:cubicBezTo>
                  <a:pt x="736858" y="7893223"/>
                  <a:pt x="808426" y="7832743"/>
                  <a:pt x="940977" y="7829719"/>
                </a:cubicBezTo>
                <a:cubicBezTo>
                  <a:pt x="1201041" y="7823671"/>
                  <a:pt x="1461105" y="7799479"/>
                  <a:pt x="1721169" y="7797462"/>
                </a:cubicBezTo>
                <a:lnTo>
                  <a:pt x="7021732" y="7765711"/>
                </a:lnTo>
                <a:cubicBezTo>
                  <a:pt x="7537828" y="7762183"/>
                  <a:pt x="8053923" y="7748574"/>
                  <a:pt x="8570019" y="7735974"/>
                </a:cubicBezTo>
                <a:cubicBezTo>
                  <a:pt x="8741881" y="7731943"/>
                  <a:pt x="8912738" y="7714807"/>
                  <a:pt x="9084602" y="7708759"/>
                </a:cubicBezTo>
                <a:cubicBezTo>
                  <a:pt x="9149618" y="7706743"/>
                  <a:pt x="9202538" y="7688095"/>
                  <a:pt x="9234793" y="7633662"/>
                </a:cubicBezTo>
                <a:cubicBezTo>
                  <a:pt x="9401618" y="7351927"/>
                  <a:pt x="9520057" y="7052551"/>
                  <a:pt x="9560880" y="6725456"/>
                </a:cubicBezTo>
                <a:cubicBezTo>
                  <a:pt x="9561889" y="6716887"/>
                  <a:pt x="9555337" y="6706808"/>
                  <a:pt x="9546266" y="6678584"/>
                </a:cubicBezTo>
                <a:cubicBezTo>
                  <a:pt x="9415225" y="6669008"/>
                  <a:pt x="9275618" y="6649856"/>
                  <a:pt x="9136009" y="6649351"/>
                </a:cubicBezTo>
                <a:lnTo>
                  <a:pt x="4911990" y="6637256"/>
                </a:lnTo>
                <a:cubicBezTo>
                  <a:pt x="4356078" y="6634736"/>
                  <a:pt x="3800671" y="6626168"/>
                  <a:pt x="3245264" y="6605504"/>
                </a:cubicBezTo>
                <a:cubicBezTo>
                  <a:pt x="2996288" y="6596432"/>
                  <a:pt x="2747312" y="6557625"/>
                  <a:pt x="2500353" y="6519825"/>
                </a:cubicBezTo>
                <a:cubicBezTo>
                  <a:pt x="2305304" y="6489584"/>
                  <a:pt x="2133945" y="6399368"/>
                  <a:pt x="2012481" y="6240104"/>
                </a:cubicBezTo>
                <a:cubicBezTo>
                  <a:pt x="1902609" y="6095961"/>
                  <a:pt x="1795257" y="5947785"/>
                  <a:pt x="1708065" y="5790033"/>
                </a:cubicBezTo>
                <a:cubicBezTo>
                  <a:pt x="1594665" y="5584905"/>
                  <a:pt x="1577025" y="5355586"/>
                  <a:pt x="1627425" y="5129793"/>
                </a:cubicBezTo>
                <a:cubicBezTo>
                  <a:pt x="1681857" y="4885858"/>
                  <a:pt x="1749897" y="4644441"/>
                  <a:pt x="1823985" y="4405546"/>
                </a:cubicBezTo>
                <a:cubicBezTo>
                  <a:pt x="2044233" y="3692387"/>
                  <a:pt x="2267504" y="2979731"/>
                  <a:pt x="2494304" y="2268588"/>
                </a:cubicBezTo>
                <a:cubicBezTo>
                  <a:pt x="2627864" y="1850268"/>
                  <a:pt x="2805272" y="1450597"/>
                  <a:pt x="3048703" y="1083685"/>
                </a:cubicBezTo>
                <a:cubicBezTo>
                  <a:pt x="3185791" y="877045"/>
                  <a:pt x="3373279" y="716773"/>
                  <a:pt x="3551696" y="546926"/>
                </a:cubicBezTo>
                <a:cubicBezTo>
                  <a:pt x="3859638" y="253598"/>
                  <a:pt x="4235119" y="131631"/>
                  <a:pt x="4645878" y="95846"/>
                </a:cubicBezTo>
                <a:cubicBezTo>
                  <a:pt x="4870662" y="76191"/>
                  <a:pt x="5096454" y="64093"/>
                  <a:pt x="5322245" y="58046"/>
                </a:cubicBezTo>
                <a:lnTo>
                  <a:pt x="6900268" y="27805"/>
                </a:lnTo>
                <a:lnTo>
                  <a:pt x="8951042" y="86"/>
                </a:lnTo>
                <a:cubicBezTo>
                  <a:pt x="9186409" y="-1426"/>
                  <a:pt x="9422281" y="17222"/>
                  <a:pt x="9656642" y="36879"/>
                </a:cubicBezTo>
                <a:cubicBezTo>
                  <a:pt x="9742321" y="43934"/>
                  <a:pt x="9828504" y="73670"/>
                  <a:pt x="9909649" y="105926"/>
                </a:cubicBezTo>
                <a:cubicBezTo>
                  <a:pt x="9989785" y="137679"/>
                  <a:pt x="10030104" y="206222"/>
                  <a:pt x="10020529" y="295431"/>
                </a:cubicBezTo>
                <a:cubicBezTo>
                  <a:pt x="10014480" y="353893"/>
                  <a:pt x="10007929" y="413366"/>
                  <a:pt x="9991801" y="469310"/>
                </a:cubicBezTo>
                <a:cubicBezTo>
                  <a:pt x="9813889" y="1077133"/>
                  <a:pt x="9634466" y="1684956"/>
                  <a:pt x="9453530" y="2291772"/>
                </a:cubicBezTo>
                <a:cubicBezTo>
                  <a:pt x="9432361" y="2361829"/>
                  <a:pt x="9428863" y="2432028"/>
                  <a:pt x="9373393" y="2497403"/>
                </a:cubicBezTo>
                <a:cubicBezTo>
                  <a:pt x="9317923" y="2562778"/>
                  <a:pt x="9282996" y="2673441"/>
                  <a:pt x="9120708" y="2684025"/>
                </a:cubicBezTo>
              </a:path>
            </a:pathLst>
          </a:custGeom>
          <a:noFill/>
          <a:ln w="50391" cap="flat">
            <a:solidFill>
              <a:srgbClr val="FF096C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BB34F4-1BF4-419C-70EC-2539F8299AE6}"/>
              </a:ext>
            </a:extLst>
          </p:cNvPr>
          <p:cNvSpPr/>
          <p:nvPr/>
        </p:nvSpPr>
        <p:spPr>
          <a:xfrm rot="1337249">
            <a:off x="-627588" y="437281"/>
            <a:ext cx="6138761" cy="5177388"/>
          </a:xfrm>
          <a:custGeom>
            <a:avLst/>
            <a:gdLst>
              <a:gd name="connsiteX0" fmla="*/ 4828830 w 12762302"/>
              <a:gd name="connsiteY0" fmla="*/ 3819899 h 10546323"/>
              <a:gd name="connsiteX1" fmla="*/ 4879230 w 12762302"/>
              <a:gd name="connsiteY1" fmla="*/ 3835018 h 10546323"/>
              <a:gd name="connsiteX2" fmla="*/ 4982550 w 12762302"/>
              <a:gd name="connsiteY2" fmla="*/ 3837539 h 10546323"/>
              <a:gd name="connsiteX3" fmla="*/ 7818555 w 12762302"/>
              <a:gd name="connsiteY3" fmla="*/ 3846106 h 10546323"/>
              <a:gd name="connsiteX4" fmla="*/ 10666656 w 12762302"/>
              <a:gd name="connsiteY4" fmla="*/ 3878363 h 10546323"/>
              <a:gd name="connsiteX5" fmla="*/ 11737152 w 12762302"/>
              <a:gd name="connsiteY5" fmla="*/ 3959002 h 10546323"/>
              <a:gd name="connsiteX6" fmla="*/ 12464422 w 12762302"/>
              <a:gd name="connsiteY6" fmla="*/ 4380851 h 10546323"/>
              <a:gd name="connsiteX7" fmla="*/ 12757751 w 12762302"/>
              <a:gd name="connsiteY7" fmla="*/ 5159026 h 10546323"/>
              <a:gd name="connsiteX8" fmla="*/ 12691727 w 12762302"/>
              <a:gd name="connsiteY8" fmla="*/ 5565249 h 10546323"/>
              <a:gd name="connsiteX9" fmla="*/ 12259799 w 12762302"/>
              <a:gd name="connsiteY9" fmla="*/ 7080775 h 10546323"/>
              <a:gd name="connsiteX10" fmla="*/ 11732616 w 12762302"/>
              <a:gd name="connsiteY10" fmla="*/ 8660310 h 10546323"/>
              <a:gd name="connsiteX11" fmla="*/ 10383408 w 12762302"/>
              <a:gd name="connsiteY11" fmla="*/ 10286212 h 10546323"/>
              <a:gd name="connsiteX12" fmla="*/ 9665713 w 12762302"/>
              <a:gd name="connsiteY12" fmla="*/ 10476220 h 10546323"/>
              <a:gd name="connsiteX13" fmla="*/ 7659292 w 12762302"/>
              <a:gd name="connsiteY13" fmla="*/ 10517547 h 10546323"/>
              <a:gd name="connsiteX14" fmla="*/ 5356518 w 12762302"/>
              <a:gd name="connsiteY14" fmla="*/ 10537708 h 10546323"/>
              <a:gd name="connsiteX15" fmla="*/ 1176346 w 12762302"/>
              <a:gd name="connsiteY15" fmla="*/ 10546276 h 10546323"/>
              <a:gd name="connsiteX16" fmla="*/ 366922 w 12762302"/>
              <a:gd name="connsiteY16" fmla="*/ 10507468 h 10546323"/>
              <a:gd name="connsiteX17" fmla="*/ 67547 w 12762302"/>
              <a:gd name="connsiteY17" fmla="*/ 10376933 h 10546323"/>
              <a:gd name="connsiteX18" fmla="*/ 16138 w 12762302"/>
              <a:gd name="connsiteY18" fmla="*/ 10103764 h 10546323"/>
              <a:gd name="connsiteX19" fmla="*/ 356842 w 12762302"/>
              <a:gd name="connsiteY19" fmla="*/ 9006558 h 10546323"/>
              <a:gd name="connsiteX20" fmla="*/ 696034 w 12762302"/>
              <a:gd name="connsiteY20" fmla="*/ 8016198 h 10546323"/>
              <a:gd name="connsiteX21" fmla="*/ 940977 w 12762302"/>
              <a:gd name="connsiteY21" fmla="*/ 7829719 h 10546323"/>
              <a:gd name="connsiteX22" fmla="*/ 1721169 w 12762302"/>
              <a:gd name="connsiteY22" fmla="*/ 7797462 h 10546323"/>
              <a:gd name="connsiteX23" fmla="*/ 7021732 w 12762302"/>
              <a:gd name="connsiteY23" fmla="*/ 7765711 h 10546323"/>
              <a:gd name="connsiteX24" fmla="*/ 8570019 w 12762302"/>
              <a:gd name="connsiteY24" fmla="*/ 7735974 h 10546323"/>
              <a:gd name="connsiteX25" fmla="*/ 9084602 w 12762302"/>
              <a:gd name="connsiteY25" fmla="*/ 7708759 h 10546323"/>
              <a:gd name="connsiteX26" fmla="*/ 9234793 w 12762302"/>
              <a:gd name="connsiteY26" fmla="*/ 7633662 h 10546323"/>
              <a:gd name="connsiteX27" fmla="*/ 9560880 w 12762302"/>
              <a:gd name="connsiteY27" fmla="*/ 6725456 h 10546323"/>
              <a:gd name="connsiteX28" fmla="*/ 9546266 w 12762302"/>
              <a:gd name="connsiteY28" fmla="*/ 6678584 h 10546323"/>
              <a:gd name="connsiteX29" fmla="*/ 9136009 w 12762302"/>
              <a:gd name="connsiteY29" fmla="*/ 6649351 h 10546323"/>
              <a:gd name="connsiteX30" fmla="*/ 4911990 w 12762302"/>
              <a:gd name="connsiteY30" fmla="*/ 6637256 h 10546323"/>
              <a:gd name="connsiteX31" fmla="*/ 3245264 w 12762302"/>
              <a:gd name="connsiteY31" fmla="*/ 6605504 h 10546323"/>
              <a:gd name="connsiteX32" fmla="*/ 2500353 w 12762302"/>
              <a:gd name="connsiteY32" fmla="*/ 6519825 h 10546323"/>
              <a:gd name="connsiteX33" fmla="*/ 2012481 w 12762302"/>
              <a:gd name="connsiteY33" fmla="*/ 6240104 h 10546323"/>
              <a:gd name="connsiteX34" fmla="*/ 1708065 w 12762302"/>
              <a:gd name="connsiteY34" fmla="*/ 5790033 h 10546323"/>
              <a:gd name="connsiteX35" fmla="*/ 1627425 w 12762302"/>
              <a:gd name="connsiteY35" fmla="*/ 5129793 h 10546323"/>
              <a:gd name="connsiteX36" fmla="*/ 1823985 w 12762302"/>
              <a:gd name="connsiteY36" fmla="*/ 4405546 h 10546323"/>
              <a:gd name="connsiteX37" fmla="*/ 2494304 w 12762302"/>
              <a:gd name="connsiteY37" fmla="*/ 2268588 h 10546323"/>
              <a:gd name="connsiteX38" fmla="*/ 3048703 w 12762302"/>
              <a:gd name="connsiteY38" fmla="*/ 1083685 h 10546323"/>
              <a:gd name="connsiteX39" fmla="*/ 3551696 w 12762302"/>
              <a:gd name="connsiteY39" fmla="*/ 546926 h 10546323"/>
              <a:gd name="connsiteX40" fmla="*/ 4645878 w 12762302"/>
              <a:gd name="connsiteY40" fmla="*/ 95846 h 10546323"/>
              <a:gd name="connsiteX41" fmla="*/ 5322245 w 12762302"/>
              <a:gd name="connsiteY41" fmla="*/ 58046 h 10546323"/>
              <a:gd name="connsiteX42" fmla="*/ 6900268 w 12762302"/>
              <a:gd name="connsiteY42" fmla="*/ 27805 h 10546323"/>
              <a:gd name="connsiteX43" fmla="*/ 8951042 w 12762302"/>
              <a:gd name="connsiteY43" fmla="*/ 86 h 10546323"/>
              <a:gd name="connsiteX44" fmla="*/ 9656642 w 12762302"/>
              <a:gd name="connsiteY44" fmla="*/ 36879 h 10546323"/>
              <a:gd name="connsiteX45" fmla="*/ 9909649 w 12762302"/>
              <a:gd name="connsiteY45" fmla="*/ 105926 h 10546323"/>
              <a:gd name="connsiteX46" fmla="*/ 10020529 w 12762302"/>
              <a:gd name="connsiteY46" fmla="*/ 295431 h 10546323"/>
              <a:gd name="connsiteX47" fmla="*/ 9991801 w 12762302"/>
              <a:gd name="connsiteY47" fmla="*/ 469310 h 10546323"/>
              <a:gd name="connsiteX48" fmla="*/ 9453530 w 12762302"/>
              <a:gd name="connsiteY48" fmla="*/ 2291772 h 10546323"/>
              <a:gd name="connsiteX49" fmla="*/ 9373393 w 12762302"/>
              <a:gd name="connsiteY49" fmla="*/ 2497403 h 10546323"/>
              <a:gd name="connsiteX50" fmla="*/ 9039745 w 12762302"/>
              <a:gd name="connsiteY50" fmla="*/ 2742348 h 10546323"/>
              <a:gd name="connsiteX51" fmla="*/ 8377995 w 12762302"/>
              <a:gd name="connsiteY51" fmla="*/ 2778131 h 10546323"/>
              <a:gd name="connsiteX52" fmla="*/ 7476843 w 12762302"/>
              <a:gd name="connsiteY52" fmla="*/ 2780148 h 10546323"/>
              <a:gd name="connsiteX53" fmla="*/ 5544006 w 12762302"/>
              <a:gd name="connsiteY53" fmla="*/ 2810388 h 10546323"/>
              <a:gd name="connsiteX54" fmla="*/ 5192213 w 12762302"/>
              <a:gd name="connsiteY54" fmla="*/ 2843148 h 10546323"/>
              <a:gd name="connsiteX55" fmla="*/ 5055125 w 12762302"/>
              <a:gd name="connsiteY55" fmla="*/ 2937395 h 10546323"/>
              <a:gd name="connsiteX56" fmla="*/ 4818750 w 12762302"/>
              <a:gd name="connsiteY56" fmla="*/ 3787642 h 10546323"/>
              <a:gd name="connsiteX57" fmla="*/ 4828830 w 12762302"/>
              <a:gd name="connsiteY57" fmla="*/ 3819899 h 10546323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57" fmla="*/ 8568096 w 12762302"/>
              <a:gd name="connsiteY57" fmla="*/ 2964393 h 10546276"/>
              <a:gd name="connsiteX0" fmla="*/ 8377995 w 12762302"/>
              <a:gd name="connsiteY0" fmla="*/ 2778131 h 10546276"/>
              <a:gd name="connsiteX1" fmla="*/ 7476843 w 12762302"/>
              <a:gd name="connsiteY1" fmla="*/ 2780148 h 10546276"/>
              <a:gd name="connsiteX2" fmla="*/ 5544006 w 12762302"/>
              <a:gd name="connsiteY2" fmla="*/ 2810388 h 10546276"/>
              <a:gd name="connsiteX3" fmla="*/ 5192213 w 12762302"/>
              <a:gd name="connsiteY3" fmla="*/ 2843148 h 10546276"/>
              <a:gd name="connsiteX4" fmla="*/ 5055125 w 12762302"/>
              <a:gd name="connsiteY4" fmla="*/ 2937395 h 10546276"/>
              <a:gd name="connsiteX5" fmla="*/ 4818750 w 12762302"/>
              <a:gd name="connsiteY5" fmla="*/ 3787642 h 10546276"/>
              <a:gd name="connsiteX6" fmla="*/ 4828830 w 12762302"/>
              <a:gd name="connsiteY6" fmla="*/ 3819899 h 10546276"/>
              <a:gd name="connsiteX7" fmla="*/ 4879230 w 12762302"/>
              <a:gd name="connsiteY7" fmla="*/ 3835018 h 10546276"/>
              <a:gd name="connsiteX8" fmla="*/ 4982550 w 12762302"/>
              <a:gd name="connsiteY8" fmla="*/ 3837539 h 10546276"/>
              <a:gd name="connsiteX9" fmla="*/ 7818555 w 12762302"/>
              <a:gd name="connsiteY9" fmla="*/ 3846106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039745 w 12762302"/>
              <a:gd name="connsiteY56" fmla="*/ 2742348 h 10546276"/>
              <a:gd name="connsiteX0" fmla="*/ 7476843 w 12762302"/>
              <a:gd name="connsiteY0" fmla="*/ 2780148 h 10546276"/>
              <a:gd name="connsiteX1" fmla="*/ 5544006 w 12762302"/>
              <a:gd name="connsiteY1" fmla="*/ 2810388 h 10546276"/>
              <a:gd name="connsiteX2" fmla="*/ 5192213 w 12762302"/>
              <a:gd name="connsiteY2" fmla="*/ 2843148 h 10546276"/>
              <a:gd name="connsiteX3" fmla="*/ 5055125 w 12762302"/>
              <a:gd name="connsiteY3" fmla="*/ 2937395 h 10546276"/>
              <a:gd name="connsiteX4" fmla="*/ 4818750 w 12762302"/>
              <a:gd name="connsiteY4" fmla="*/ 3787642 h 10546276"/>
              <a:gd name="connsiteX5" fmla="*/ 4828830 w 12762302"/>
              <a:gd name="connsiteY5" fmla="*/ 3819899 h 10546276"/>
              <a:gd name="connsiteX6" fmla="*/ 4879230 w 12762302"/>
              <a:gd name="connsiteY6" fmla="*/ 3835018 h 10546276"/>
              <a:gd name="connsiteX7" fmla="*/ 4982550 w 12762302"/>
              <a:gd name="connsiteY7" fmla="*/ 383753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039745 w 12762302"/>
              <a:gd name="connsiteY55" fmla="*/ 2742348 h 10546276"/>
              <a:gd name="connsiteX0" fmla="*/ 5544006 w 12762302"/>
              <a:gd name="connsiteY0" fmla="*/ 2810388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39745 w 12762302"/>
              <a:gd name="connsiteY54" fmla="*/ 2742348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041779 w 12762302"/>
              <a:gd name="connsiteY54" fmla="*/ 2715723 h 10546276"/>
              <a:gd name="connsiteX0" fmla="*/ 5394834 w 12762302"/>
              <a:gd name="connsiteY0" fmla="*/ 283158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7818555 w 12762302"/>
              <a:gd name="connsiteY7" fmla="*/ 3846106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120708 w 12762302"/>
              <a:gd name="connsiteY55" fmla="*/ 2684025 h 10546276"/>
              <a:gd name="connsiteX0" fmla="*/ 5322559 w 12762302"/>
              <a:gd name="connsiteY0" fmla="*/ 2847702 h 10546276"/>
              <a:gd name="connsiteX1" fmla="*/ 5192213 w 12762302"/>
              <a:gd name="connsiteY1" fmla="*/ 2843148 h 10546276"/>
              <a:gd name="connsiteX2" fmla="*/ 5055125 w 12762302"/>
              <a:gd name="connsiteY2" fmla="*/ 2937395 h 10546276"/>
              <a:gd name="connsiteX3" fmla="*/ 4818750 w 12762302"/>
              <a:gd name="connsiteY3" fmla="*/ 3787642 h 10546276"/>
              <a:gd name="connsiteX4" fmla="*/ 4828830 w 12762302"/>
              <a:gd name="connsiteY4" fmla="*/ 3819899 h 10546276"/>
              <a:gd name="connsiteX5" fmla="*/ 4879230 w 12762302"/>
              <a:gd name="connsiteY5" fmla="*/ 3835018 h 10546276"/>
              <a:gd name="connsiteX6" fmla="*/ 4982550 w 12762302"/>
              <a:gd name="connsiteY6" fmla="*/ 3837539 h 10546276"/>
              <a:gd name="connsiteX7" fmla="*/ 5908633 w 12762302"/>
              <a:gd name="connsiteY7" fmla="*/ 3854849 h 10546276"/>
              <a:gd name="connsiteX8" fmla="*/ 7818555 w 12762302"/>
              <a:gd name="connsiteY8" fmla="*/ 3846106 h 10546276"/>
              <a:gd name="connsiteX9" fmla="*/ 8968135 w 12762302"/>
              <a:gd name="connsiteY9" fmla="*/ 3852838 h 10546276"/>
              <a:gd name="connsiteX10" fmla="*/ 10666656 w 12762302"/>
              <a:gd name="connsiteY10" fmla="*/ 3878363 h 10546276"/>
              <a:gd name="connsiteX11" fmla="*/ 11737152 w 12762302"/>
              <a:gd name="connsiteY11" fmla="*/ 3959002 h 10546276"/>
              <a:gd name="connsiteX12" fmla="*/ 12464422 w 12762302"/>
              <a:gd name="connsiteY12" fmla="*/ 4380851 h 10546276"/>
              <a:gd name="connsiteX13" fmla="*/ 12757751 w 12762302"/>
              <a:gd name="connsiteY13" fmla="*/ 5159026 h 10546276"/>
              <a:gd name="connsiteX14" fmla="*/ 12691727 w 12762302"/>
              <a:gd name="connsiteY14" fmla="*/ 5565249 h 10546276"/>
              <a:gd name="connsiteX15" fmla="*/ 12259799 w 12762302"/>
              <a:gd name="connsiteY15" fmla="*/ 7080775 h 10546276"/>
              <a:gd name="connsiteX16" fmla="*/ 11732616 w 12762302"/>
              <a:gd name="connsiteY16" fmla="*/ 8660310 h 10546276"/>
              <a:gd name="connsiteX17" fmla="*/ 10383408 w 12762302"/>
              <a:gd name="connsiteY17" fmla="*/ 10286212 h 10546276"/>
              <a:gd name="connsiteX18" fmla="*/ 9665713 w 12762302"/>
              <a:gd name="connsiteY18" fmla="*/ 10476220 h 10546276"/>
              <a:gd name="connsiteX19" fmla="*/ 7659292 w 12762302"/>
              <a:gd name="connsiteY19" fmla="*/ 10517547 h 10546276"/>
              <a:gd name="connsiteX20" fmla="*/ 5356518 w 12762302"/>
              <a:gd name="connsiteY20" fmla="*/ 10537708 h 10546276"/>
              <a:gd name="connsiteX21" fmla="*/ 1176346 w 12762302"/>
              <a:gd name="connsiteY21" fmla="*/ 10546276 h 10546276"/>
              <a:gd name="connsiteX22" fmla="*/ 366922 w 12762302"/>
              <a:gd name="connsiteY22" fmla="*/ 10507468 h 10546276"/>
              <a:gd name="connsiteX23" fmla="*/ 67547 w 12762302"/>
              <a:gd name="connsiteY23" fmla="*/ 10376933 h 10546276"/>
              <a:gd name="connsiteX24" fmla="*/ 16138 w 12762302"/>
              <a:gd name="connsiteY24" fmla="*/ 10103764 h 10546276"/>
              <a:gd name="connsiteX25" fmla="*/ 356842 w 12762302"/>
              <a:gd name="connsiteY25" fmla="*/ 9006558 h 10546276"/>
              <a:gd name="connsiteX26" fmla="*/ 696034 w 12762302"/>
              <a:gd name="connsiteY26" fmla="*/ 8016198 h 10546276"/>
              <a:gd name="connsiteX27" fmla="*/ 940977 w 12762302"/>
              <a:gd name="connsiteY27" fmla="*/ 7829719 h 10546276"/>
              <a:gd name="connsiteX28" fmla="*/ 1721169 w 12762302"/>
              <a:gd name="connsiteY28" fmla="*/ 7797462 h 10546276"/>
              <a:gd name="connsiteX29" fmla="*/ 7021732 w 12762302"/>
              <a:gd name="connsiteY29" fmla="*/ 7765711 h 10546276"/>
              <a:gd name="connsiteX30" fmla="*/ 8570019 w 12762302"/>
              <a:gd name="connsiteY30" fmla="*/ 7735974 h 10546276"/>
              <a:gd name="connsiteX31" fmla="*/ 9084602 w 12762302"/>
              <a:gd name="connsiteY31" fmla="*/ 7708759 h 10546276"/>
              <a:gd name="connsiteX32" fmla="*/ 9234793 w 12762302"/>
              <a:gd name="connsiteY32" fmla="*/ 7633662 h 10546276"/>
              <a:gd name="connsiteX33" fmla="*/ 9560880 w 12762302"/>
              <a:gd name="connsiteY33" fmla="*/ 6725456 h 10546276"/>
              <a:gd name="connsiteX34" fmla="*/ 9546266 w 12762302"/>
              <a:gd name="connsiteY34" fmla="*/ 6678584 h 10546276"/>
              <a:gd name="connsiteX35" fmla="*/ 9136009 w 12762302"/>
              <a:gd name="connsiteY35" fmla="*/ 6649351 h 10546276"/>
              <a:gd name="connsiteX36" fmla="*/ 4911990 w 12762302"/>
              <a:gd name="connsiteY36" fmla="*/ 6637256 h 10546276"/>
              <a:gd name="connsiteX37" fmla="*/ 3245264 w 12762302"/>
              <a:gd name="connsiteY37" fmla="*/ 6605504 h 10546276"/>
              <a:gd name="connsiteX38" fmla="*/ 2500353 w 12762302"/>
              <a:gd name="connsiteY38" fmla="*/ 6519825 h 10546276"/>
              <a:gd name="connsiteX39" fmla="*/ 2012481 w 12762302"/>
              <a:gd name="connsiteY39" fmla="*/ 6240104 h 10546276"/>
              <a:gd name="connsiteX40" fmla="*/ 1708065 w 12762302"/>
              <a:gd name="connsiteY40" fmla="*/ 5790033 h 10546276"/>
              <a:gd name="connsiteX41" fmla="*/ 1627425 w 12762302"/>
              <a:gd name="connsiteY41" fmla="*/ 5129793 h 10546276"/>
              <a:gd name="connsiteX42" fmla="*/ 1823985 w 12762302"/>
              <a:gd name="connsiteY42" fmla="*/ 4405546 h 10546276"/>
              <a:gd name="connsiteX43" fmla="*/ 2494304 w 12762302"/>
              <a:gd name="connsiteY43" fmla="*/ 2268588 h 10546276"/>
              <a:gd name="connsiteX44" fmla="*/ 3048703 w 12762302"/>
              <a:gd name="connsiteY44" fmla="*/ 1083685 h 10546276"/>
              <a:gd name="connsiteX45" fmla="*/ 3551696 w 12762302"/>
              <a:gd name="connsiteY45" fmla="*/ 546926 h 10546276"/>
              <a:gd name="connsiteX46" fmla="*/ 4645878 w 12762302"/>
              <a:gd name="connsiteY46" fmla="*/ 95846 h 10546276"/>
              <a:gd name="connsiteX47" fmla="*/ 5322245 w 12762302"/>
              <a:gd name="connsiteY47" fmla="*/ 58046 h 10546276"/>
              <a:gd name="connsiteX48" fmla="*/ 6900268 w 12762302"/>
              <a:gd name="connsiteY48" fmla="*/ 27805 h 10546276"/>
              <a:gd name="connsiteX49" fmla="*/ 8951042 w 12762302"/>
              <a:gd name="connsiteY49" fmla="*/ 86 h 10546276"/>
              <a:gd name="connsiteX50" fmla="*/ 9656642 w 12762302"/>
              <a:gd name="connsiteY50" fmla="*/ 36879 h 10546276"/>
              <a:gd name="connsiteX51" fmla="*/ 9909649 w 12762302"/>
              <a:gd name="connsiteY51" fmla="*/ 105926 h 10546276"/>
              <a:gd name="connsiteX52" fmla="*/ 10020529 w 12762302"/>
              <a:gd name="connsiteY52" fmla="*/ 295431 h 10546276"/>
              <a:gd name="connsiteX53" fmla="*/ 9991801 w 12762302"/>
              <a:gd name="connsiteY53" fmla="*/ 469310 h 10546276"/>
              <a:gd name="connsiteX54" fmla="*/ 9453530 w 12762302"/>
              <a:gd name="connsiteY54" fmla="*/ 2291772 h 10546276"/>
              <a:gd name="connsiteX55" fmla="*/ 9373393 w 12762302"/>
              <a:gd name="connsiteY55" fmla="*/ 2497403 h 10546276"/>
              <a:gd name="connsiteX56" fmla="*/ 9120708 w 12762302"/>
              <a:gd name="connsiteY56" fmla="*/ 2684025 h 10546276"/>
              <a:gd name="connsiteX0" fmla="*/ 5192213 w 12762302"/>
              <a:gd name="connsiteY0" fmla="*/ 2843148 h 10546276"/>
              <a:gd name="connsiteX1" fmla="*/ 5055125 w 12762302"/>
              <a:gd name="connsiteY1" fmla="*/ 2937395 h 10546276"/>
              <a:gd name="connsiteX2" fmla="*/ 4818750 w 12762302"/>
              <a:gd name="connsiteY2" fmla="*/ 3787642 h 10546276"/>
              <a:gd name="connsiteX3" fmla="*/ 4828830 w 12762302"/>
              <a:gd name="connsiteY3" fmla="*/ 3819899 h 10546276"/>
              <a:gd name="connsiteX4" fmla="*/ 4879230 w 12762302"/>
              <a:gd name="connsiteY4" fmla="*/ 3835018 h 10546276"/>
              <a:gd name="connsiteX5" fmla="*/ 4982550 w 12762302"/>
              <a:gd name="connsiteY5" fmla="*/ 3837539 h 10546276"/>
              <a:gd name="connsiteX6" fmla="*/ 5908633 w 12762302"/>
              <a:gd name="connsiteY6" fmla="*/ 3854849 h 10546276"/>
              <a:gd name="connsiteX7" fmla="*/ 7818555 w 12762302"/>
              <a:gd name="connsiteY7" fmla="*/ 3846106 h 10546276"/>
              <a:gd name="connsiteX8" fmla="*/ 8968135 w 12762302"/>
              <a:gd name="connsiteY8" fmla="*/ 3852838 h 10546276"/>
              <a:gd name="connsiteX9" fmla="*/ 10666656 w 12762302"/>
              <a:gd name="connsiteY9" fmla="*/ 3878363 h 10546276"/>
              <a:gd name="connsiteX10" fmla="*/ 11737152 w 12762302"/>
              <a:gd name="connsiteY10" fmla="*/ 3959002 h 10546276"/>
              <a:gd name="connsiteX11" fmla="*/ 12464422 w 12762302"/>
              <a:gd name="connsiteY11" fmla="*/ 4380851 h 10546276"/>
              <a:gd name="connsiteX12" fmla="*/ 12757751 w 12762302"/>
              <a:gd name="connsiteY12" fmla="*/ 5159026 h 10546276"/>
              <a:gd name="connsiteX13" fmla="*/ 12691727 w 12762302"/>
              <a:gd name="connsiteY13" fmla="*/ 5565249 h 10546276"/>
              <a:gd name="connsiteX14" fmla="*/ 12259799 w 12762302"/>
              <a:gd name="connsiteY14" fmla="*/ 7080775 h 10546276"/>
              <a:gd name="connsiteX15" fmla="*/ 11732616 w 12762302"/>
              <a:gd name="connsiteY15" fmla="*/ 8660310 h 10546276"/>
              <a:gd name="connsiteX16" fmla="*/ 10383408 w 12762302"/>
              <a:gd name="connsiteY16" fmla="*/ 10286212 h 10546276"/>
              <a:gd name="connsiteX17" fmla="*/ 9665713 w 12762302"/>
              <a:gd name="connsiteY17" fmla="*/ 10476220 h 10546276"/>
              <a:gd name="connsiteX18" fmla="*/ 7659292 w 12762302"/>
              <a:gd name="connsiteY18" fmla="*/ 10517547 h 10546276"/>
              <a:gd name="connsiteX19" fmla="*/ 5356518 w 12762302"/>
              <a:gd name="connsiteY19" fmla="*/ 10537708 h 10546276"/>
              <a:gd name="connsiteX20" fmla="*/ 1176346 w 12762302"/>
              <a:gd name="connsiteY20" fmla="*/ 10546276 h 10546276"/>
              <a:gd name="connsiteX21" fmla="*/ 366922 w 12762302"/>
              <a:gd name="connsiteY21" fmla="*/ 10507468 h 10546276"/>
              <a:gd name="connsiteX22" fmla="*/ 67547 w 12762302"/>
              <a:gd name="connsiteY22" fmla="*/ 10376933 h 10546276"/>
              <a:gd name="connsiteX23" fmla="*/ 16138 w 12762302"/>
              <a:gd name="connsiteY23" fmla="*/ 10103764 h 10546276"/>
              <a:gd name="connsiteX24" fmla="*/ 356842 w 12762302"/>
              <a:gd name="connsiteY24" fmla="*/ 9006558 h 10546276"/>
              <a:gd name="connsiteX25" fmla="*/ 696034 w 12762302"/>
              <a:gd name="connsiteY25" fmla="*/ 8016198 h 10546276"/>
              <a:gd name="connsiteX26" fmla="*/ 940977 w 12762302"/>
              <a:gd name="connsiteY26" fmla="*/ 7829719 h 10546276"/>
              <a:gd name="connsiteX27" fmla="*/ 1721169 w 12762302"/>
              <a:gd name="connsiteY27" fmla="*/ 7797462 h 10546276"/>
              <a:gd name="connsiteX28" fmla="*/ 7021732 w 12762302"/>
              <a:gd name="connsiteY28" fmla="*/ 7765711 h 10546276"/>
              <a:gd name="connsiteX29" fmla="*/ 8570019 w 12762302"/>
              <a:gd name="connsiteY29" fmla="*/ 7735974 h 10546276"/>
              <a:gd name="connsiteX30" fmla="*/ 9084602 w 12762302"/>
              <a:gd name="connsiteY30" fmla="*/ 7708759 h 10546276"/>
              <a:gd name="connsiteX31" fmla="*/ 9234793 w 12762302"/>
              <a:gd name="connsiteY31" fmla="*/ 7633662 h 10546276"/>
              <a:gd name="connsiteX32" fmla="*/ 9560880 w 12762302"/>
              <a:gd name="connsiteY32" fmla="*/ 6725456 h 10546276"/>
              <a:gd name="connsiteX33" fmla="*/ 9546266 w 12762302"/>
              <a:gd name="connsiteY33" fmla="*/ 6678584 h 10546276"/>
              <a:gd name="connsiteX34" fmla="*/ 9136009 w 12762302"/>
              <a:gd name="connsiteY34" fmla="*/ 6649351 h 10546276"/>
              <a:gd name="connsiteX35" fmla="*/ 4911990 w 12762302"/>
              <a:gd name="connsiteY35" fmla="*/ 6637256 h 10546276"/>
              <a:gd name="connsiteX36" fmla="*/ 3245264 w 12762302"/>
              <a:gd name="connsiteY36" fmla="*/ 6605504 h 10546276"/>
              <a:gd name="connsiteX37" fmla="*/ 2500353 w 12762302"/>
              <a:gd name="connsiteY37" fmla="*/ 6519825 h 10546276"/>
              <a:gd name="connsiteX38" fmla="*/ 2012481 w 12762302"/>
              <a:gd name="connsiteY38" fmla="*/ 6240104 h 10546276"/>
              <a:gd name="connsiteX39" fmla="*/ 1708065 w 12762302"/>
              <a:gd name="connsiteY39" fmla="*/ 5790033 h 10546276"/>
              <a:gd name="connsiteX40" fmla="*/ 1627425 w 12762302"/>
              <a:gd name="connsiteY40" fmla="*/ 5129793 h 10546276"/>
              <a:gd name="connsiteX41" fmla="*/ 1823985 w 12762302"/>
              <a:gd name="connsiteY41" fmla="*/ 4405546 h 10546276"/>
              <a:gd name="connsiteX42" fmla="*/ 2494304 w 12762302"/>
              <a:gd name="connsiteY42" fmla="*/ 2268588 h 10546276"/>
              <a:gd name="connsiteX43" fmla="*/ 3048703 w 12762302"/>
              <a:gd name="connsiteY43" fmla="*/ 1083685 h 10546276"/>
              <a:gd name="connsiteX44" fmla="*/ 3551696 w 12762302"/>
              <a:gd name="connsiteY44" fmla="*/ 546926 h 10546276"/>
              <a:gd name="connsiteX45" fmla="*/ 4645878 w 12762302"/>
              <a:gd name="connsiteY45" fmla="*/ 95846 h 10546276"/>
              <a:gd name="connsiteX46" fmla="*/ 5322245 w 12762302"/>
              <a:gd name="connsiteY46" fmla="*/ 58046 h 10546276"/>
              <a:gd name="connsiteX47" fmla="*/ 6900268 w 12762302"/>
              <a:gd name="connsiteY47" fmla="*/ 27805 h 10546276"/>
              <a:gd name="connsiteX48" fmla="*/ 8951042 w 12762302"/>
              <a:gd name="connsiteY48" fmla="*/ 86 h 10546276"/>
              <a:gd name="connsiteX49" fmla="*/ 9656642 w 12762302"/>
              <a:gd name="connsiteY49" fmla="*/ 36879 h 10546276"/>
              <a:gd name="connsiteX50" fmla="*/ 9909649 w 12762302"/>
              <a:gd name="connsiteY50" fmla="*/ 105926 h 10546276"/>
              <a:gd name="connsiteX51" fmla="*/ 10020529 w 12762302"/>
              <a:gd name="connsiteY51" fmla="*/ 295431 h 10546276"/>
              <a:gd name="connsiteX52" fmla="*/ 9991801 w 12762302"/>
              <a:gd name="connsiteY52" fmla="*/ 469310 h 10546276"/>
              <a:gd name="connsiteX53" fmla="*/ 9453530 w 12762302"/>
              <a:gd name="connsiteY53" fmla="*/ 2291772 h 10546276"/>
              <a:gd name="connsiteX54" fmla="*/ 9373393 w 12762302"/>
              <a:gd name="connsiteY54" fmla="*/ 2497403 h 10546276"/>
              <a:gd name="connsiteX55" fmla="*/ 9120708 w 12762302"/>
              <a:gd name="connsiteY55" fmla="*/ 2684025 h 10546276"/>
              <a:gd name="connsiteX0" fmla="*/ 5055125 w 12762302"/>
              <a:gd name="connsiteY0" fmla="*/ 2937395 h 10546276"/>
              <a:gd name="connsiteX1" fmla="*/ 4818750 w 12762302"/>
              <a:gd name="connsiteY1" fmla="*/ 3787642 h 10546276"/>
              <a:gd name="connsiteX2" fmla="*/ 4828830 w 12762302"/>
              <a:gd name="connsiteY2" fmla="*/ 3819899 h 10546276"/>
              <a:gd name="connsiteX3" fmla="*/ 4879230 w 12762302"/>
              <a:gd name="connsiteY3" fmla="*/ 3835018 h 10546276"/>
              <a:gd name="connsiteX4" fmla="*/ 4982550 w 12762302"/>
              <a:gd name="connsiteY4" fmla="*/ 3837539 h 10546276"/>
              <a:gd name="connsiteX5" fmla="*/ 5908633 w 12762302"/>
              <a:gd name="connsiteY5" fmla="*/ 3854849 h 10546276"/>
              <a:gd name="connsiteX6" fmla="*/ 7818555 w 12762302"/>
              <a:gd name="connsiteY6" fmla="*/ 3846106 h 10546276"/>
              <a:gd name="connsiteX7" fmla="*/ 8968135 w 12762302"/>
              <a:gd name="connsiteY7" fmla="*/ 3852838 h 10546276"/>
              <a:gd name="connsiteX8" fmla="*/ 10666656 w 12762302"/>
              <a:gd name="connsiteY8" fmla="*/ 3878363 h 10546276"/>
              <a:gd name="connsiteX9" fmla="*/ 11737152 w 12762302"/>
              <a:gd name="connsiteY9" fmla="*/ 3959002 h 10546276"/>
              <a:gd name="connsiteX10" fmla="*/ 12464422 w 12762302"/>
              <a:gd name="connsiteY10" fmla="*/ 4380851 h 10546276"/>
              <a:gd name="connsiteX11" fmla="*/ 12757751 w 12762302"/>
              <a:gd name="connsiteY11" fmla="*/ 5159026 h 10546276"/>
              <a:gd name="connsiteX12" fmla="*/ 12691727 w 12762302"/>
              <a:gd name="connsiteY12" fmla="*/ 5565249 h 10546276"/>
              <a:gd name="connsiteX13" fmla="*/ 12259799 w 12762302"/>
              <a:gd name="connsiteY13" fmla="*/ 7080775 h 10546276"/>
              <a:gd name="connsiteX14" fmla="*/ 11732616 w 12762302"/>
              <a:gd name="connsiteY14" fmla="*/ 8660310 h 10546276"/>
              <a:gd name="connsiteX15" fmla="*/ 10383408 w 12762302"/>
              <a:gd name="connsiteY15" fmla="*/ 10286212 h 10546276"/>
              <a:gd name="connsiteX16" fmla="*/ 9665713 w 12762302"/>
              <a:gd name="connsiteY16" fmla="*/ 10476220 h 10546276"/>
              <a:gd name="connsiteX17" fmla="*/ 7659292 w 12762302"/>
              <a:gd name="connsiteY17" fmla="*/ 10517547 h 10546276"/>
              <a:gd name="connsiteX18" fmla="*/ 5356518 w 12762302"/>
              <a:gd name="connsiteY18" fmla="*/ 10537708 h 10546276"/>
              <a:gd name="connsiteX19" fmla="*/ 1176346 w 12762302"/>
              <a:gd name="connsiteY19" fmla="*/ 10546276 h 10546276"/>
              <a:gd name="connsiteX20" fmla="*/ 366922 w 12762302"/>
              <a:gd name="connsiteY20" fmla="*/ 10507468 h 10546276"/>
              <a:gd name="connsiteX21" fmla="*/ 67547 w 12762302"/>
              <a:gd name="connsiteY21" fmla="*/ 10376933 h 10546276"/>
              <a:gd name="connsiteX22" fmla="*/ 16138 w 12762302"/>
              <a:gd name="connsiteY22" fmla="*/ 10103764 h 10546276"/>
              <a:gd name="connsiteX23" fmla="*/ 356842 w 12762302"/>
              <a:gd name="connsiteY23" fmla="*/ 9006558 h 10546276"/>
              <a:gd name="connsiteX24" fmla="*/ 696034 w 12762302"/>
              <a:gd name="connsiteY24" fmla="*/ 8016198 h 10546276"/>
              <a:gd name="connsiteX25" fmla="*/ 940977 w 12762302"/>
              <a:gd name="connsiteY25" fmla="*/ 7829719 h 10546276"/>
              <a:gd name="connsiteX26" fmla="*/ 1721169 w 12762302"/>
              <a:gd name="connsiteY26" fmla="*/ 7797462 h 10546276"/>
              <a:gd name="connsiteX27" fmla="*/ 7021732 w 12762302"/>
              <a:gd name="connsiteY27" fmla="*/ 7765711 h 10546276"/>
              <a:gd name="connsiteX28" fmla="*/ 8570019 w 12762302"/>
              <a:gd name="connsiteY28" fmla="*/ 7735974 h 10546276"/>
              <a:gd name="connsiteX29" fmla="*/ 9084602 w 12762302"/>
              <a:gd name="connsiteY29" fmla="*/ 7708759 h 10546276"/>
              <a:gd name="connsiteX30" fmla="*/ 9234793 w 12762302"/>
              <a:gd name="connsiteY30" fmla="*/ 7633662 h 10546276"/>
              <a:gd name="connsiteX31" fmla="*/ 9560880 w 12762302"/>
              <a:gd name="connsiteY31" fmla="*/ 6725456 h 10546276"/>
              <a:gd name="connsiteX32" fmla="*/ 9546266 w 12762302"/>
              <a:gd name="connsiteY32" fmla="*/ 6678584 h 10546276"/>
              <a:gd name="connsiteX33" fmla="*/ 9136009 w 12762302"/>
              <a:gd name="connsiteY33" fmla="*/ 6649351 h 10546276"/>
              <a:gd name="connsiteX34" fmla="*/ 4911990 w 12762302"/>
              <a:gd name="connsiteY34" fmla="*/ 6637256 h 10546276"/>
              <a:gd name="connsiteX35" fmla="*/ 3245264 w 12762302"/>
              <a:gd name="connsiteY35" fmla="*/ 6605504 h 10546276"/>
              <a:gd name="connsiteX36" fmla="*/ 2500353 w 12762302"/>
              <a:gd name="connsiteY36" fmla="*/ 6519825 h 10546276"/>
              <a:gd name="connsiteX37" fmla="*/ 2012481 w 12762302"/>
              <a:gd name="connsiteY37" fmla="*/ 6240104 h 10546276"/>
              <a:gd name="connsiteX38" fmla="*/ 1708065 w 12762302"/>
              <a:gd name="connsiteY38" fmla="*/ 5790033 h 10546276"/>
              <a:gd name="connsiteX39" fmla="*/ 1627425 w 12762302"/>
              <a:gd name="connsiteY39" fmla="*/ 5129793 h 10546276"/>
              <a:gd name="connsiteX40" fmla="*/ 1823985 w 12762302"/>
              <a:gd name="connsiteY40" fmla="*/ 4405546 h 10546276"/>
              <a:gd name="connsiteX41" fmla="*/ 2494304 w 12762302"/>
              <a:gd name="connsiteY41" fmla="*/ 2268588 h 10546276"/>
              <a:gd name="connsiteX42" fmla="*/ 3048703 w 12762302"/>
              <a:gd name="connsiteY42" fmla="*/ 1083685 h 10546276"/>
              <a:gd name="connsiteX43" fmla="*/ 3551696 w 12762302"/>
              <a:gd name="connsiteY43" fmla="*/ 546926 h 10546276"/>
              <a:gd name="connsiteX44" fmla="*/ 4645878 w 12762302"/>
              <a:gd name="connsiteY44" fmla="*/ 95846 h 10546276"/>
              <a:gd name="connsiteX45" fmla="*/ 5322245 w 12762302"/>
              <a:gd name="connsiteY45" fmla="*/ 58046 h 10546276"/>
              <a:gd name="connsiteX46" fmla="*/ 6900268 w 12762302"/>
              <a:gd name="connsiteY46" fmla="*/ 27805 h 10546276"/>
              <a:gd name="connsiteX47" fmla="*/ 8951042 w 12762302"/>
              <a:gd name="connsiteY47" fmla="*/ 86 h 10546276"/>
              <a:gd name="connsiteX48" fmla="*/ 9656642 w 12762302"/>
              <a:gd name="connsiteY48" fmla="*/ 36879 h 10546276"/>
              <a:gd name="connsiteX49" fmla="*/ 9909649 w 12762302"/>
              <a:gd name="connsiteY49" fmla="*/ 105926 h 10546276"/>
              <a:gd name="connsiteX50" fmla="*/ 10020529 w 12762302"/>
              <a:gd name="connsiteY50" fmla="*/ 295431 h 10546276"/>
              <a:gd name="connsiteX51" fmla="*/ 9991801 w 12762302"/>
              <a:gd name="connsiteY51" fmla="*/ 469310 h 10546276"/>
              <a:gd name="connsiteX52" fmla="*/ 9453530 w 12762302"/>
              <a:gd name="connsiteY52" fmla="*/ 2291772 h 10546276"/>
              <a:gd name="connsiteX53" fmla="*/ 9373393 w 12762302"/>
              <a:gd name="connsiteY53" fmla="*/ 2497403 h 10546276"/>
              <a:gd name="connsiteX54" fmla="*/ 9120708 w 12762302"/>
              <a:gd name="connsiteY54" fmla="*/ 2684025 h 10546276"/>
              <a:gd name="connsiteX0" fmla="*/ 4818750 w 12762302"/>
              <a:gd name="connsiteY0" fmla="*/ 3787642 h 10546276"/>
              <a:gd name="connsiteX1" fmla="*/ 4828830 w 12762302"/>
              <a:gd name="connsiteY1" fmla="*/ 3819899 h 10546276"/>
              <a:gd name="connsiteX2" fmla="*/ 4879230 w 12762302"/>
              <a:gd name="connsiteY2" fmla="*/ 3835018 h 10546276"/>
              <a:gd name="connsiteX3" fmla="*/ 4982550 w 12762302"/>
              <a:gd name="connsiteY3" fmla="*/ 3837539 h 10546276"/>
              <a:gd name="connsiteX4" fmla="*/ 5908633 w 12762302"/>
              <a:gd name="connsiteY4" fmla="*/ 3854849 h 10546276"/>
              <a:gd name="connsiteX5" fmla="*/ 7818555 w 12762302"/>
              <a:gd name="connsiteY5" fmla="*/ 3846106 h 10546276"/>
              <a:gd name="connsiteX6" fmla="*/ 8968135 w 12762302"/>
              <a:gd name="connsiteY6" fmla="*/ 3852838 h 10546276"/>
              <a:gd name="connsiteX7" fmla="*/ 10666656 w 12762302"/>
              <a:gd name="connsiteY7" fmla="*/ 3878363 h 10546276"/>
              <a:gd name="connsiteX8" fmla="*/ 11737152 w 12762302"/>
              <a:gd name="connsiteY8" fmla="*/ 3959002 h 10546276"/>
              <a:gd name="connsiteX9" fmla="*/ 12464422 w 12762302"/>
              <a:gd name="connsiteY9" fmla="*/ 4380851 h 10546276"/>
              <a:gd name="connsiteX10" fmla="*/ 12757751 w 12762302"/>
              <a:gd name="connsiteY10" fmla="*/ 5159026 h 10546276"/>
              <a:gd name="connsiteX11" fmla="*/ 12691727 w 12762302"/>
              <a:gd name="connsiteY11" fmla="*/ 5565249 h 10546276"/>
              <a:gd name="connsiteX12" fmla="*/ 12259799 w 12762302"/>
              <a:gd name="connsiteY12" fmla="*/ 7080775 h 10546276"/>
              <a:gd name="connsiteX13" fmla="*/ 11732616 w 12762302"/>
              <a:gd name="connsiteY13" fmla="*/ 8660310 h 10546276"/>
              <a:gd name="connsiteX14" fmla="*/ 10383408 w 12762302"/>
              <a:gd name="connsiteY14" fmla="*/ 10286212 h 10546276"/>
              <a:gd name="connsiteX15" fmla="*/ 9665713 w 12762302"/>
              <a:gd name="connsiteY15" fmla="*/ 10476220 h 10546276"/>
              <a:gd name="connsiteX16" fmla="*/ 7659292 w 12762302"/>
              <a:gd name="connsiteY16" fmla="*/ 10517547 h 10546276"/>
              <a:gd name="connsiteX17" fmla="*/ 5356518 w 12762302"/>
              <a:gd name="connsiteY17" fmla="*/ 10537708 h 10546276"/>
              <a:gd name="connsiteX18" fmla="*/ 1176346 w 12762302"/>
              <a:gd name="connsiteY18" fmla="*/ 10546276 h 10546276"/>
              <a:gd name="connsiteX19" fmla="*/ 366922 w 12762302"/>
              <a:gd name="connsiteY19" fmla="*/ 10507468 h 10546276"/>
              <a:gd name="connsiteX20" fmla="*/ 67547 w 12762302"/>
              <a:gd name="connsiteY20" fmla="*/ 10376933 h 10546276"/>
              <a:gd name="connsiteX21" fmla="*/ 16138 w 12762302"/>
              <a:gd name="connsiteY21" fmla="*/ 10103764 h 10546276"/>
              <a:gd name="connsiteX22" fmla="*/ 356842 w 12762302"/>
              <a:gd name="connsiteY22" fmla="*/ 9006558 h 10546276"/>
              <a:gd name="connsiteX23" fmla="*/ 696034 w 12762302"/>
              <a:gd name="connsiteY23" fmla="*/ 8016198 h 10546276"/>
              <a:gd name="connsiteX24" fmla="*/ 940977 w 12762302"/>
              <a:gd name="connsiteY24" fmla="*/ 7829719 h 10546276"/>
              <a:gd name="connsiteX25" fmla="*/ 1721169 w 12762302"/>
              <a:gd name="connsiteY25" fmla="*/ 7797462 h 10546276"/>
              <a:gd name="connsiteX26" fmla="*/ 7021732 w 12762302"/>
              <a:gd name="connsiteY26" fmla="*/ 7765711 h 10546276"/>
              <a:gd name="connsiteX27" fmla="*/ 8570019 w 12762302"/>
              <a:gd name="connsiteY27" fmla="*/ 7735974 h 10546276"/>
              <a:gd name="connsiteX28" fmla="*/ 9084602 w 12762302"/>
              <a:gd name="connsiteY28" fmla="*/ 7708759 h 10546276"/>
              <a:gd name="connsiteX29" fmla="*/ 9234793 w 12762302"/>
              <a:gd name="connsiteY29" fmla="*/ 7633662 h 10546276"/>
              <a:gd name="connsiteX30" fmla="*/ 9560880 w 12762302"/>
              <a:gd name="connsiteY30" fmla="*/ 6725456 h 10546276"/>
              <a:gd name="connsiteX31" fmla="*/ 9546266 w 12762302"/>
              <a:gd name="connsiteY31" fmla="*/ 6678584 h 10546276"/>
              <a:gd name="connsiteX32" fmla="*/ 9136009 w 12762302"/>
              <a:gd name="connsiteY32" fmla="*/ 6649351 h 10546276"/>
              <a:gd name="connsiteX33" fmla="*/ 4911990 w 12762302"/>
              <a:gd name="connsiteY33" fmla="*/ 6637256 h 10546276"/>
              <a:gd name="connsiteX34" fmla="*/ 3245264 w 12762302"/>
              <a:gd name="connsiteY34" fmla="*/ 6605504 h 10546276"/>
              <a:gd name="connsiteX35" fmla="*/ 2500353 w 12762302"/>
              <a:gd name="connsiteY35" fmla="*/ 6519825 h 10546276"/>
              <a:gd name="connsiteX36" fmla="*/ 2012481 w 12762302"/>
              <a:gd name="connsiteY36" fmla="*/ 6240104 h 10546276"/>
              <a:gd name="connsiteX37" fmla="*/ 1708065 w 12762302"/>
              <a:gd name="connsiteY37" fmla="*/ 5790033 h 10546276"/>
              <a:gd name="connsiteX38" fmla="*/ 1627425 w 12762302"/>
              <a:gd name="connsiteY38" fmla="*/ 5129793 h 10546276"/>
              <a:gd name="connsiteX39" fmla="*/ 1823985 w 12762302"/>
              <a:gd name="connsiteY39" fmla="*/ 4405546 h 10546276"/>
              <a:gd name="connsiteX40" fmla="*/ 2494304 w 12762302"/>
              <a:gd name="connsiteY40" fmla="*/ 2268588 h 10546276"/>
              <a:gd name="connsiteX41" fmla="*/ 3048703 w 12762302"/>
              <a:gd name="connsiteY41" fmla="*/ 1083685 h 10546276"/>
              <a:gd name="connsiteX42" fmla="*/ 3551696 w 12762302"/>
              <a:gd name="connsiteY42" fmla="*/ 546926 h 10546276"/>
              <a:gd name="connsiteX43" fmla="*/ 4645878 w 12762302"/>
              <a:gd name="connsiteY43" fmla="*/ 95846 h 10546276"/>
              <a:gd name="connsiteX44" fmla="*/ 5322245 w 12762302"/>
              <a:gd name="connsiteY44" fmla="*/ 58046 h 10546276"/>
              <a:gd name="connsiteX45" fmla="*/ 6900268 w 12762302"/>
              <a:gd name="connsiteY45" fmla="*/ 27805 h 10546276"/>
              <a:gd name="connsiteX46" fmla="*/ 8951042 w 12762302"/>
              <a:gd name="connsiteY46" fmla="*/ 86 h 10546276"/>
              <a:gd name="connsiteX47" fmla="*/ 9656642 w 12762302"/>
              <a:gd name="connsiteY47" fmla="*/ 36879 h 10546276"/>
              <a:gd name="connsiteX48" fmla="*/ 9909649 w 12762302"/>
              <a:gd name="connsiteY48" fmla="*/ 105926 h 10546276"/>
              <a:gd name="connsiteX49" fmla="*/ 10020529 w 12762302"/>
              <a:gd name="connsiteY49" fmla="*/ 295431 h 10546276"/>
              <a:gd name="connsiteX50" fmla="*/ 9991801 w 12762302"/>
              <a:gd name="connsiteY50" fmla="*/ 469310 h 10546276"/>
              <a:gd name="connsiteX51" fmla="*/ 9453530 w 12762302"/>
              <a:gd name="connsiteY51" fmla="*/ 2291772 h 10546276"/>
              <a:gd name="connsiteX52" fmla="*/ 9373393 w 12762302"/>
              <a:gd name="connsiteY52" fmla="*/ 2497403 h 10546276"/>
              <a:gd name="connsiteX53" fmla="*/ 9120708 w 12762302"/>
              <a:gd name="connsiteY53" fmla="*/ 2684025 h 10546276"/>
              <a:gd name="connsiteX0" fmla="*/ 4818750 w 12762302"/>
              <a:gd name="connsiteY0" fmla="*/ 3787642 h 10546276"/>
              <a:gd name="connsiteX1" fmla="*/ 4828830 w 12762302"/>
              <a:gd name="connsiteY1" fmla="*/ 3819899 h 10546276"/>
              <a:gd name="connsiteX2" fmla="*/ 4982550 w 12762302"/>
              <a:gd name="connsiteY2" fmla="*/ 3837539 h 10546276"/>
              <a:gd name="connsiteX3" fmla="*/ 5908633 w 12762302"/>
              <a:gd name="connsiteY3" fmla="*/ 3854849 h 10546276"/>
              <a:gd name="connsiteX4" fmla="*/ 7818555 w 12762302"/>
              <a:gd name="connsiteY4" fmla="*/ 3846106 h 10546276"/>
              <a:gd name="connsiteX5" fmla="*/ 8968135 w 12762302"/>
              <a:gd name="connsiteY5" fmla="*/ 3852838 h 10546276"/>
              <a:gd name="connsiteX6" fmla="*/ 10666656 w 12762302"/>
              <a:gd name="connsiteY6" fmla="*/ 3878363 h 10546276"/>
              <a:gd name="connsiteX7" fmla="*/ 11737152 w 12762302"/>
              <a:gd name="connsiteY7" fmla="*/ 3959002 h 10546276"/>
              <a:gd name="connsiteX8" fmla="*/ 12464422 w 12762302"/>
              <a:gd name="connsiteY8" fmla="*/ 4380851 h 10546276"/>
              <a:gd name="connsiteX9" fmla="*/ 12757751 w 12762302"/>
              <a:gd name="connsiteY9" fmla="*/ 5159026 h 10546276"/>
              <a:gd name="connsiteX10" fmla="*/ 12691727 w 12762302"/>
              <a:gd name="connsiteY10" fmla="*/ 5565249 h 10546276"/>
              <a:gd name="connsiteX11" fmla="*/ 12259799 w 12762302"/>
              <a:gd name="connsiteY11" fmla="*/ 7080775 h 10546276"/>
              <a:gd name="connsiteX12" fmla="*/ 11732616 w 12762302"/>
              <a:gd name="connsiteY12" fmla="*/ 8660310 h 10546276"/>
              <a:gd name="connsiteX13" fmla="*/ 10383408 w 12762302"/>
              <a:gd name="connsiteY13" fmla="*/ 10286212 h 10546276"/>
              <a:gd name="connsiteX14" fmla="*/ 9665713 w 12762302"/>
              <a:gd name="connsiteY14" fmla="*/ 10476220 h 10546276"/>
              <a:gd name="connsiteX15" fmla="*/ 7659292 w 12762302"/>
              <a:gd name="connsiteY15" fmla="*/ 10517547 h 10546276"/>
              <a:gd name="connsiteX16" fmla="*/ 5356518 w 12762302"/>
              <a:gd name="connsiteY16" fmla="*/ 10537708 h 10546276"/>
              <a:gd name="connsiteX17" fmla="*/ 1176346 w 12762302"/>
              <a:gd name="connsiteY17" fmla="*/ 10546276 h 10546276"/>
              <a:gd name="connsiteX18" fmla="*/ 366922 w 12762302"/>
              <a:gd name="connsiteY18" fmla="*/ 10507468 h 10546276"/>
              <a:gd name="connsiteX19" fmla="*/ 67547 w 12762302"/>
              <a:gd name="connsiteY19" fmla="*/ 10376933 h 10546276"/>
              <a:gd name="connsiteX20" fmla="*/ 16138 w 12762302"/>
              <a:gd name="connsiteY20" fmla="*/ 10103764 h 10546276"/>
              <a:gd name="connsiteX21" fmla="*/ 356842 w 12762302"/>
              <a:gd name="connsiteY21" fmla="*/ 9006558 h 10546276"/>
              <a:gd name="connsiteX22" fmla="*/ 696034 w 12762302"/>
              <a:gd name="connsiteY22" fmla="*/ 8016198 h 10546276"/>
              <a:gd name="connsiteX23" fmla="*/ 940977 w 12762302"/>
              <a:gd name="connsiteY23" fmla="*/ 7829719 h 10546276"/>
              <a:gd name="connsiteX24" fmla="*/ 1721169 w 12762302"/>
              <a:gd name="connsiteY24" fmla="*/ 7797462 h 10546276"/>
              <a:gd name="connsiteX25" fmla="*/ 7021732 w 12762302"/>
              <a:gd name="connsiteY25" fmla="*/ 7765711 h 10546276"/>
              <a:gd name="connsiteX26" fmla="*/ 8570019 w 12762302"/>
              <a:gd name="connsiteY26" fmla="*/ 7735974 h 10546276"/>
              <a:gd name="connsiteX27" fmla="*/ 9084602 w 12762302"/>
              <a:gd name="connsiteY27" fmla="*/ 7708759 h 10546276"/>
              <a:gd name="connsiteX28" fmla="*/ 9234793 w 12762302"/>
              <a:gd name="connsiteY28" fmla="*/ 7633662 h 10546276"/>
              <a:gd name="connsiteX29" fmla="*/ 9560880 w 12762302"/>
              <a:gd name="connsiteY29" fmla="*/ 6725456 h 10546276"/>
              <a:gd name="connsiteX30" fmla="*/ 9546266 w 12762302"/>
              <a:gd name="connsiteY30" fmla="*/ 6678584 h 10546276"/>
              <a:gd name="connsiteX31" fmla="*/ 9136009 w 12762302"/>
              <a:gd name="connsiteY31" fmla="*/ 6649351 h 10546276"/>
              <a:gd name="connsiteX32" fmla="*/ 4911990 w 12762302"/>
              <a:gd name="connsiteY32" fmla="*/ 6637256 h 10546276"/>
              <a:gd name="connsiteX33" fmla="*/ 3245264 w 12762302"/>
              <a:gd name="connsiteY33" fmla="*/ 6605504 h 10546276"/>
              <a:gd name="connsiteX34" fmla="*/ 2500353 w 12762302"/>
              <a:gd name="connsiteY34" fmla="*/ 6519825 h 10546276"/>
              <a:gd name="connsiteX35" fmla="*/ 2012481 w 12762302"/>
              <a:gd name="connsiteY35" fmla="*/ 6240104 h 10546276"/>
              <a:gd name="connsiteX36" fmla="*/ 1708065 w 12762302"/>
              <a:gd name="connsiteY36" fmla="*/ 5790033 h 10546276"/>
              <a:gd name="connsiteX37" fmla="*/ 1627425 w 12762302"/>
              <a:gd name="connsiteY37" fmla="*/ 5129793 h 10546276"/>
              <a:gd name="connsiteX38" fmla="*/ 1823985 w 12762302"/>
              <a:gd name="connsiteY38" fmla="*/ 4405546 h 10546276"/>
              <a:gd name="connsiteX39" fmla="*/ 2494304 w 12762302"/>
              <a:gd name="connsiteY39" fmla="*/ 2268588 h 10546276"/>
              <a:gd name="connsiteX40" fmla="*/ 3048703 w 12762302"/>
              <a:gd name="connsiteY40" fmla="*/ 1083685 h 10546276"/>
              <a:gd name="connsiteX41" fmla="*/ 3551696 w 12762302"/>
              <a:gd name="connsiteY41" fmla="*/ 546926 h 10546276"/>
              <a:gd name="connsiteX42" fmla="*/ 4645878 w 12762302"/>
              <a:gd name="connsiteY42" fmla="*/ 95846 h 10546276"/>
              <a:gd name="connsiteX43" fmla="*/ 5322245 w 12762302"/>
              <a:gd name="connsiteY43" fmla="*/ 58046 h 10546276"/>
              <a:gd name="connsiteX44" fmla="*/ 6900268 w 12762302"/>
              <a:gd name="connsiteY44" fmla="*/ 27805 h 10546276"/>
              <a:gd name="connsiteX45" fmla="*/ 8951042 w 12762302"/>
              <a:gd name="connsiteY45" fmla="*/ 86 h 10546276"/>
              <a:gd name="connsiteX46" fmla="*/ 9656642 w 12762302"/>
              <a:gd name="connsiteY46" fmla="*/ 36879 h 10546276"/>
              <a:gd name="connsiteX47" fmla="*/ 9909649 w 12762302"/>
              <a:gd name="connsiteY47" fmla="*/ 105926 h 10546276"/>
              <a:gd name="connsiteX48" fmla="*/ 10020529 w 12762302"/>
              <a:gd name="connsiteY48" fmla="*/ 295431 h 10546276"/>
              <a:gd name="connsiteX49" fmla="*/ 9991801 w 12762302"/>
              <a:gd name="connsiteY49" fmla="*/ 469310 h 10546276"/>
              <a:gd name="connsiteX50" fmla="*/ 9453530 w 12762302"/>
              <a:gd name="connsiteY50" fmla="*/ 2291772 h 10546276"/>
              <a:gd name="connsiteX51" fmla="*/ 9373393 w 12762302"/>
              <a:gd name="connsiteY51" fmla="*/ 2497403 h 10546276"/>
              <a:gd name="connsiteX52" fmla="*/ 9120708 w 12762302"/>
              <a:gd name="connsiteY52" fmla="*/ 2684025 h 10546276"/>
              <a:gd name="connsiteX0" fmla="*/ 4818750 w 12762302"/>
              <a:gd name="connsiteY0" fmla="*/ 3787642 h 10546276"/>
              <a:gd name="connsiteX1" fmla="*/ 4982550 w 12762302"/>
              <a:gd name="connsiteY1" fmla="*/ 3837539 h 10546276"/>
              <a:gd name="connsiteX2" fmla="*/ 5908633 w 12762302"/>
              <a:gd name="connsiteY2" fmla="*/ 3854849 h 10546276"/>
              <a:gd name="connsiteX3" fmla="*/ 7818555 w 12762302"/>
              <a:gd name="connsiteY3" fmla="*/ 3846106 h 10546276"/>
              <a:gd name="connsiteX4" fmla="*/ 8968135 w 12762302"/>
              <a:gd name="connsiteY4" fmla="*/ 3852838 h 10546276"/>
              <a:gd name="connsiteX5" fmla="*/ 10666656 w 12762302"/>
              <a:gd name="connsiteY5" fmla="*/ 3878363 h 10546276"/>
              <a:gd name="connsiteX6" fmla="*/ 11737152 w 12762302"/>
              <a:gd name="connsiteY6" fmla="*/ 3959002 h 10546276"/>
              <a:gd name="connsiteX7" fmla="*/ 12464422 w 12762302"/>
              <a:gd name="connsiteY7" fmla="*/ 4380851 h 10546276"/>
              <a:gd name="connsiteX8" fmla="*/ 12757751 w 12762302"/>
              <a:gd name="connsiteY8" fmla="*/ 5159026 h 10546276"/>
              <a:gd name="connsiteX9" fmla="*/ 12691727 w 12762302"/>
              <a:gd name="connsiteY9" fmla="*/ 5565249 h 10546276"/>
              <a:gd name="connsiteX10" fmla="*/ 12259799 w 12762302"/>
              <a:gd name="connsiteY10" fmla="*/ 7080775 h 10546276"/>
              <a:gd name="connsiteX11" fmla="*/ 11732616 w 12762302"/>
              <a:gd name="connsiteY11" fmla="*/ 8660310 h 10546276"/>
              <a:gd name="connsiteX12" fmla="*/ 10383408 w 12762302"/>
              <a:gd name="connsiteY12" fmla="*/ 10286212 h 10546276"/>
              <a:gd name="connsiteX13" fmla="*/ 9665713 w 12762302"/>
              <a:gd name="connsiteY13" fmla="*/ 10476220 h 10546276"/>
              <a:gd name="connsiteX14" fmla="*/ 7659292 w 12762302"/>
              <a:gd name="connsiteY14" fmla="*/ 10517547 h 10546276"/>
              <a:gd name="connsiteX15" fmla="*/ 5356518 w 12762302"/>
              <a:gd name="connsiteY15" fmla="*/ 10537708 h 10546276"/>
              <a:gd name="connsiteX16" fmla="*/ 1176346 w 12762302"/>
              <a:gd name="connsiteY16" fmla="*/ 10546276 h 10546276"/>
              <a:gd name="connsiteX17" fmla="*/ 366922 w 12762302"/>
              <a:gd name="connsiteY17" fmla="*/ 10507468 h 10546276"/>
              <a:gd name="connsiteX18" fmla="*/ 67547 w 12762302"/>
              <a:gd name="connsiteY18" fmla="*/ 10376933 h 10546276"/>
              <a:gd name="connsiteX19" fmla="*/ 16138 w 12762302"/>
              <a:gd name="connsiteY19" fmla="*/ 10103764 h 10546276"/>
              <a:gd name="connsiteX20" fmla="*/ 356842 w 12762302"/>
              <a:gd name="connsiteY20" fmla="*/ 9006558 h 10546276"/>
              <a:gd name="connsiteX21" fmla="*/ 696034 w 12762302"/>
              <a:gd name="connsiteY21" fmla="*/ 8016198 h 10546276"/>
              <a:gd name="connsiteX22" fmla="*/ 940977 w 12762302"/>
              <a:gd name="connsiteY22" fmla="*/ 7829719 h 10546276"/>
              <a:gd name="connsiteX23" fmla="*/ 1721169 w 12762302"/>
              <a:gd name="connsiteY23" fmla="*/ 7797462 h 10546276"/>
              <a:gd name="connsiteX24" fmla="*/ 7021732 w 12762302"/>
              <a:gd name="connsiteY24" fmla="*/ 7765711 h 10546276"/>
              <a:gd name="connsiteX25" fmla="*/ 8570019 w 12762302"/>
              <a:gd name="connsiteY25" fmla="*/ 7735974 h 10546276"/>
              <a:gd name="connsiteX26" fmla="*/ 9084602 w 12762302"/>
              <a:gd name="connsiteY26" fmla="*/ 7708759 h 10546276"/>
              <a:gd name="connsiteX27" fmla="*/ 9234793 w 12762302"/>
              <a:gd name="connsiteY27" fmla="*/ 7633662 h 10546276"/>
              <a:gd name="connsiteX28" fmla="*/ 9560880 w 12762302"/>
              <a:gd name="connsiteY28" fmla="*/ 6725456 h 10546276"/>
              <a:gd name="connsiteX29" fmla="*/ 9546266 w 12762302"/>
              <a:gd name="connsiteY29" fmla="*/ 6678584 h 10546276"/>
              <a:gd name="connsiteX30" fmla="*/ 9136009 w 12762302"/>
              <a:gd name="connsiteY30" fmla="*/ 6649351 h 10546276"/>
              <a:gd name="connsiteX31" fmla="*/ 4911990 w 12762302"/>
              <a:gd name="connsiteY31" fmla="*/ 6637256 h 10546276"/>
              <a:gd name="connsiteX32" fmla="*/ 3245264 w 12762302"/>
              <a:gd name="connsiteY32" fmla="*/ 6605504 h 10546276"/>
              <a:gd name="connsiteX33" fmla="*/ 2500353 w 12762302"/>
              <a:gd name="connsiteY33" fmla="*/ 6519825 h 10546276"/>
              <a:gd name="connsiteX34" fmla="*/ 2012481 w 12762302"/>
              <a:gd name="connsiteY34" fmla="*/ 6240104 h 10546276"/>
              <a:gd name="connsiteX35" fmla="*/ 1708065 w 12762302"/>
              <a:gd name="connsiteY35" fmla="*/ 5790033 h 10546276"/>
              <a:gd name="connsiteX36" fmla="*/ 1627425 w 12762302"/>
              <a:gd name="connsiteY36" fmla="*/ 5129793 h 10546276"/>
              <a:gd name="connsiteX37" fmla="*/ 1823985 w 12762302"/>
              <a:gd name="connsiteY37" fmla="*/ 4405546 h 10546276"/>
              <a:gd name="connsiteX38" fmla="*/ 2494304 w 12762302"/>
              <a:gd name="connsiteY38" fmla="*/ 2268588 h 10546276"/>
              <a:gd name="connsiteX39" fmla="*/ 3048703 w 12762302"/>
              <a:gd name="connsiteY39" fmla="*/ 1083685 h 10546276"/>
              <a:gd name="connsiteX40" fmla="*/ 3551696 w 12762302"/>
              <a:gd name="connsiteY40" fmla="*/ 546926 h 10546276"/>
              <a:gd name="connsiteX41" fmla="*/ 4645878 w 12762302"/>
              <a:gd name="connsiteY41" fmla="*/ 95846 h 10546276"/>
              <a:gd name="connsiteX42" fmla="*/ 5322245 w 12762302"/>
              <a:gd name="connsiteY42" fmla="*/ 58046 h 10546276"/>
              <a:gd name="connsiteX43" fmla="*/ 6900268 w 12762302"/>
              <a:gd name="connsiteY43" fmla="*/ 27805 h 10546276"/>
              <a:gd name="connsiteX44" fmla="*/ 8951042 w 12762302"/>
              <a:gd name="connsiteY44" fmla="*/ 86 h 10546276"/>
              <a:gd name="connsiteX45" fmla="*/ 9656642 w 12762302"/>
              <a:gd name="connsiteY45" fmla="*/ 36879 h 10546276"/>
              <a:gd name="connsiteX46" fmla="*/ 9909649 w 12762302"/>
              <a:gd name="connsiteY46" fmla="*/ 105926 h 10546276"/>
              <a:gd name="connsiteX47" fmla="*/ 10020529 w 12762302"/>
              <a:gd name="connsiteY47" fmla="*/ 295431 h 10546276"/>
              <a:gd name="connsiteX48" fmla="*/ 9991801 w 12762302"/>
              <a:gd name="connsiteY48" fmla="*/ 469310 h 10546276"/>
              <a:gd name="connsiteX49" fmla="*/ 9453530 w 12762302"/>
              <a:gd name="connsiteY49" fmla="*/ 2291772 h 10546276"/>
              <a:gd name="connsiteX50" fmla="*/ 9373393 w 12762302"/>
              <a:gd name="connsiteY50" fmla="*/ 2497403 h 10546276"/>
              <a:gd name="connsiteX51" fmla="*/ 9120708 w 12762302"/>
              <a:gd name="connsiteY51" fmla="*/ 2684025 h 10546276"/>
              <a:gd name="connsiteX0" fmla="*/ 4982550 w 12762302"/>
              <a:gd name="connsiteY0" fmla="*/ 3837539 h 10546276"/>
              <a:gd name="connsiteX1" fmla="*/ 5908633 w 12762302"/>
              <a:gd name="connsiteY1" fmla="*/ 3854849 h 10546276"/>
              <a:gd name="connsiteX2" fmla="*/ 7818555 w 12762302"/>
              <a:gd name="connsiteY2" fmla="*/ 3846106 h 10546276"/>
              <a:gd name="connsiteX3" fmla="*/ 8968135 w 12762302"/>
              <a:gd name="connsiteY3" fmla="*/ 3852838 h 10546276"/>
              <a:gd name="connsiteX4" fmla="*/ 10666656 w 12762302"/>
              <a:gd name="connsiteY4" fmla="*/ 3878363 h 10546276"/>
              <a:gd name="connsiteX5" fmla="*/ 11737152 w 12762302"/>
              <a:gd name="connsiteY5" fmla="*/ 3959002 h 10546276"/>
              <a:gd name="connsiteX6" fmla="*/ 12464422 w 12762302"/>
              <a:gd name="connsiteY6" fmla="*/ 4380851 h 10546276"/>
              <a:gd name="connsiteX7" fmla="*/ 12757751 w 12762302"/>
              <a:gd name="connsiteY7" fmla="*/ 5159026 h 10546276"/>
              <a:gd name="connsiteX8" fmla="*/ 12691727 w 12762302"/>
              <a:gd name="connsiteY8" fmla="*/ 5565249 h 10546276"/>
              <a:gd name="connsiteX9" fmla="*/ 12259799 w 12762302"/>
              <a:gd name="connsiteY9" fmla="*/ 7080775 h 10546276"/>
              <a:gd name="connsiteX10" fmla="*/ 11732616 w 12762302"/>
              <a:gd name="connsiteY10" fmla="*/ 8660310 h 10546276"/>
              <a:gd name="connsiteX11" fmla="*/ 10383408 w 12762302"/>
              <a:gd name="connsiteY11" fmla="*/ 10286212 h 10546276"/>
              <a:gd name="connsiteX12" fmla="*/ 9665713 w 12762302"/>
              <a:gd name="connsiteY12" fmla="*/ 10476220 h 10546276"/>
              <a:gd name="connsiteX13" fmla="*/ 7659292 w 12762302"/>
              <a:gd name="connsiteY13" fmla="*/ 10517547 h 10546276"/>
              <a:gd name="connsiteX14" fmla="*/ 5356518 w 12762302"/>
              <a:gd name="connsiteY14" fmla="*/ 10537708 h 10546276"/>
              <a:gd name="connsiteX15" fmla="*/ 1176346 w 12762302"/>
              <a:gd name="connsiteY15" fmla="*/ 10546276 h 10546276"/>
              <a:gd name="connsiteX16" fmla="*/ 366922 w 12762302"/>
              <a:gd name="connsiteY16" fmla="*/ 10507468 h 10546276"/>
              <a:gd name="connsiteX17" fmla="*/ 67547 w 12762302"/>
              <a:gd name="connsiteY17" fmla="*/ 10376933 h 10546276"/>
              <a:gd name="connsiteX18" fmla="*/ 16138 w 12762302"/>
              <a:gd name="connsiteY18" fmla="*/ 10103764 h 10546276"/>
              <a:gd name="connsiteX19" fmla="*/ 356842 w 12762302"/>
              <a:gd name="connsiteY19" fmla="*/ 9006558 h 10546276"/>
              <a:gd name="connsiteX20" fmla="*/ 696034 w 12762302"/>
              <a:gd name="connsiteY20" fmla="*/ 8016198 h 10546276"/>
              <a:gd name="connsiteX21" fmla="*/ 940977 w 12762302"/>
              <a:gd name="connsiteY21" fmla="*/ 7829719 h 10546276"/>
              <a:gd name="connsiteX22" fmla="*/ 1721169 w 12762302"/>
              <a:gd name="connsiteY22" fmla="*/ 7797462 h 10546276"/>
              <a:gd name="connsiteX23" fmla="*/ 7021732 w 12762302"/>
              <a:gd name="connsiteY23" fmla="*/ 7765711 h 10546276"/>
              <a:gd name="connsiteX24" fmla="*/ 8570019 w 12762302"/>
              <a:gd name="connsiteY24" fmla="*/ 7735974 h 10546276"/>
              <a:gd name="connsiteX25" fmla="*/ 9084602 w 12762302"/>
              <a:gd name="connsiteY25" fmla="*/ 7708759 h 10546276"/>
              <a:gd name="connsiteX26" fmla="*/ 9234793 w 12762302"/>
              <a:gd name="connsiteY26" fmla="*/ 7633662 h 10546276"/>
              <a:gd name="connsiteX27" fmla="*/ 9560880 w 12762302"/>
              <a:gd name="connsiteY27" fmla="*/ 6725456 h 10546276"/>
              <a:gd name="connsiteX28" fmla="*/ 9546266 w 12762302"/>
              <a:gd name="connsiteY28" fmla="*/ 6678584 h 10546276"/>
              <a:gd name="connsiteX29" fmla="*/ 9136009 w 12762302"/>
              <a:gd name="connsiteY29" fmla="*/ 6649351 h 10546276"/>
              <a:gd name="connsiteX30" fmla="*/ 4911990 w 12762302"/>
              <a:gd name="connsiteY30" fmla="*/ 6637256 h 10546276"/>
              <a:gd name="connsiteX31" fmla="*/ 3245264 w 12762302"/>
              <a:gd name="connsiteY31" fmla="*/ 6605504 h 10546276"/>
              <a:gd name="connsiteX32" fmla="*/ 2500353 w 12762302"/>
              <a:gd name="connsiteY32" fmla="*/ 6519825 h 10546276"/>
              <a:gd name="connsiteX33" fmla="*/ 2012481 w 12762302"/>
              <a:gd name="connsiteY33" fmla="*/ 6240104 h 10546276"/>
              <a:gd name="connsiteX34" fmla="*/ 1708065 w 12762302"/>
              <a:gd name="connsiteY34" fmla="*/ 5790033 h 10546276"/>
              <a:gd name="connsiteX35" fmla="*/ 1627425 w 12762302"/>
              <a:gd name="connsiteY35" fmla="*/ 5129793 h 10546276"/>
              <a:gd name="connsiteX36" fmla="*/ 1823985 w 12762302"/>
              <a:gd name="connsiteY36" fmla="*/ 4405546 h 10546276"/>
              <a:gd name="connsiteX37" fmla="*/ 2494304 w 12762302"/>
              <a:gd name="connsiteY37" fmla="*/ 2268588 h 10546276"/>
              <a:gd name="connsiteX38" fmla="*/ 3048703 w 12762302"/>
              <a:gd name="connsiteY38" fmla="*/ 1083685 h 10546276"/>
              <a:gd name="connsiteX39" fmla="*/ 3551696 w 12762302"/>
              <a:gd name="connsiteY39" fmla="*/ 546926 h 10546276"/>
              <a:gd name="connsiteX40" fmla="*/ 4645878 w 12762302"/>
              <a:gd name="connsiteY40" fmla="*/ 95846 h 10546276"/>
              <a:gd name="connsiteX41" fmla="*/ 5322245 w 12762302"/>
              <a:gd name="connsiteY41" fmla="*/ 58046 h 10546276"/>
              <a:gd name="connsiteX42" fmla="*/ 6900268 w 12762302"/>
              <a:gd name="connsiteY42" fmla="*/ 27805 h 10546276"/>
              <a:gd name="connsiteX43" fmla="*/ 8951042 w 12762302"/>
              <a:gd name="connsiteY43" fmla="*/ 86 h 10546276"/>
              <a:gd name="connsiteX44" fmla="*/ 9656642 w 12762302"/>
              <a:gd name="connsiteY44" fmla="*/ 36879 h 10546276"/>
              <a:gd name="connsiteX45" fmla="*/ 9909649 w 12762302"/>
              <a:gd name="connsiteY45" fmla="*/ 105926 h 10546276"/>
              <a:gd name="connsiteX46" fmla="*/ 10020529 w 12762302"/>
              <a:gd name="connsiteY46" fmla="*/ 295431 h 10546276"/>
              <a:gd name="connsiteX47" fmla="*/ 9991801 w 12762302"/>
              <a:gd name="connsiteY47" fmla="*/ 469310 h 10546276"/>
              <a:gd name="connsiteX48" fmla="*/ 9453530 w 12762302"/>
              <a:gd name="connsiteY48" fmla="*/ 2291772 h 10546276"/>
              <a:gd name="connsiteX49" fmla="*/ 9373393 w 12762302"/>
              <a:gd name="connsiteY49" fmla="*/ 2497403 h 10546276"/>
              <a:gd name="connsiteX50" fmla="*/ 9120708 w 12762302"/>
              <a:gd name="connsiteY50" fmla="*/ 2684025 h 10546276"/>
              <a:gd name="connsiteX0" fmla="*/ 5908633 w 12762302"/>
              <a:gd name="connsiteY0" fmla="*/ 3854849 h 10546276"/>
              <a:gd name="connsiteX1" fmla="*/ 7818555 w 12762302"/>
              <a:gd name="connsiteY1" fmla="*/ 3846106 h 10546276"/>
              <a:gd name="connsiteX2" fmla="*/ 8968135 w 12762302"/>
              <a:gd name="connsiteY2" fmla="*/ 3852838 h 10546276"/>
              <a:gd name="connsiteX3" fmla="*/ 10666656 w 12762302"/>
              <a:gd name="connsiteY3" fmla="*/ 3878363 h 10546276"/>
              <a:gd name="connsiteX4" fmla="*/ 11737152 w 12762302"/>
              <a:gd name="connsiteY4" fmla="*/ 3959002 h 10546276"/>
              <a:gd name="connsiteX5" fmla="*/ 12464422 w 12762302"/>
              <a:gd name="connsiteY5" fmla="*/ 4380851 h 10546276"/>
              <a:gd name="connsiteX6" fmla="*/ 12757751 w 12762302"/>
              <a:gd name="connsiteY6" fmla="*/ 5159026 h 10546276"/>
              <a:gd name="connsiteX7" fmla="*/ 12691727 w 12762302"/>
              <a:gd name="connsiteY7" fmla="*/ 5565249 h 10546276"/>
              <a:gd name="connsiteX8" fmla="*/ 12259799 w 12762302"/>
              <a:gd name="connsiteY8" fmla="*/ 7080775 h 10546276"/>
              <a:gd name="connsiteX9" fmla="*/ 11732616 w 12762302"/>
              <a:gd name="connsiteY9" fmla="*/ 8660310 h 10546276"/>
              <a:gd name="connsiteX10" fmla="*/ 10383408 w 12762302"/>
              <a:gd name="connsiteY10" fmla="*/ 10286212 h 10546276"/>
              <a:gd name="connsiteX11" fmla="*/ 9665713 w 12762302"/>
              <a:gd name="connsiteY11" fmla="*/ 10476220 h 10546276"/>
              <a:gd name="connsiteX12" fmla="*/ 7659292 w 12762302"/>
              <a:gd name="connsiteY12" fmla="*/ 10517547 h 10546276"/>
              <a:gd name="connsiteX13" fmla="*/ 5356518 w 12762302"/>
              <a:gd name="connsiteY13" fmla="*/ 10537708 h 10546276"/>
              <a:gd name="connsiteX14" fmla="*/ 1176346 w 12762302"/>
              <a:gd name="connsiteY14" fmla="*/ 10546276 h 10546276"/>
              <a:gd name="connsiteX15" fmla="*/ 366922 w 12762302"/>
              <a:gd name="connsiteY15" fmla="*/ 10507468 h 10546276"/>
              <a:gd name="connsiteX16" fmla="*/ 67547 w 12762302"/>
              <a:gd name="connsiteY16" fmla="*/ 10376933 h 10546276"/>
              <a:gd name="connsiteX17" fmla="*/ 16138 w 12762302"/>
              <a:gd name="connsiteY17" fmla="*/ 10103764 h 10546276"/>
              <a:gd name="connsiteX18" fmla="*/ 356842 w 12762302"/>
              <a:gd name="connsiteY18" fmla="*/ 9006558 h 10546276"/>
              <a:gd name="connsiteX19" fmla="*/ 696034 w 12762302"/>
              <a:gd name="connsiteY19" fmla="*/ 8016198 h 10546276"/>
              <a:gd name="connsiteX20" fmla="*/ 940977 w 12762302"/>
              <a:gd name="connsiteY20" fmla="*/ 7829719 h 10546276"/>
              <a:gd name="connsiteX21" fmla="*/ 1721169 w 12762302"/>
              <a:gd name="connsiteY21" fmla="*/ 7797462 h 10546276"/>
              <a:gd name="connsiteX22" fmla="*/ 7021732 w 12762302"/>
              <a:gd name="connsiteY22" fmla="*/ 7765711 h 10546276"/>
              <a:gd name="connsiteX23" fmla="*/ 8570019 w 12762302"/>
              <a:gd name="connsiteY23" fmla="*/ 7735974 h 10546276"/>
              <a:gd name="connsiteX24" fmla="*/ 9084602 w 12762302"/>
              <a:gd name="connsiteY24" fmla="*/ 7708759 h 10546276"/>
              <a:gd name="connsiteX25" fmla="*/ 9234793 w 12762302"/>
              <a:gd name="connsiteY25" fmla="*/ 7633662 h 10546276"/>
              <a:gd name="connsiteX26" fmla="*/ 9560880 w 12762302"/>
              <a:gd name="connsiteY26" fmla="*/ 6725456 h 10546276"/>
              <a:gd name="connsiteX27" fmla="*/ 9546266 w 12762302"/>
              <a:gd name="connsiteY27" fmla="*/ 6678584 h 10546276"/>
              <a:gd name="connsiteX28" fmla="*/ 9136009 w 12762302"/>
              <a:gd name="connsiteY28" fmla="*/ 6649351 h 10546276"/>
              <a:gd name="connsiteX29" fmla="*/ 4911990 w 12762302"/>
              <a:gd name="connsiteY29" fmla="*/ 6637256 h 10546276"/>
              <a:gd name="connsiteX30" fmla="*/ 3245264 w 12762302"/>
              <a:gd name="connsiteY30" fmla="*/ 6605504 h 10546276"/>
              <a:gd name="connsiteX31" fmla="*/ 2500353 w 12762302"/>
              <a:gd name="connsiteY31" fmla="*/ 6519825 h 10546276"/>
              <a:gd name="connsiteX32" fmla="*/ 2012481 w 12762302"/>
              <a:gd name="connsiteY32" fmla="*/ 6240104 h 10546276"/>
              <a:gd name="connsiteX33" fmla="*/ 1708065 w 12762302"/>
              <a:gd name="connsiteY33" fmla="*/ 5790033 h 10546276"/>
              <a:gd name="connsiteX34" fmla="*/ 1627425 w 12762302"/>
              <a:gd name="connsiteY34" fmla="*/ 5129793 h 10546276"/>
              <a:gd name="connsiteX35" fmla="*/ 1823985 w 12762302"/>
              <a:gd name="connsiteY35" fmla="*/ 4405546 h 10546276"/>
              <a:gd name="connsiteX36" fmla="*/ 2494304 w 12762302"/>
              <a:gd name="connsiteY36" fmla="*/ 2268588 h 10546276"/>
              <a:gd name="connsiteX37" fmla="*/ 3048703 w 12762302"/>
              <a:gd name="connsiteY37" fmla="*/ 1083685 h 10546276"/>
              <a:gd name="connsiteX38" fmla="*/ 3551696 w 12762302"/>
              <a:gd name="connsiteY38" fmla="*/ 546926 h 10546276"/>
              <a:gd name="connsiteX39" fmla="*/ 4645878 w 12762302"/>
              <a:gd name="connsiteY39" fmla="*/ 95846 h 10546276"/>
              <a:gd name="connsiteX40" fmla="*/ 5322245 w 12762302"/>
              <a:gd name="connsiteY40" fmla="*/ 58046 h 10546276"/>
              <a:gd name="connsiteX41" fmla="*/ 6900268 w 12762302"/>
              <a:gd name="connsiteY41" fmla="*/ 27805 h 10546276"/>
              <a:gd name="connsiteX42" fmla="*/ 8951042 w 12762302"/>
              <a:gd name="connsiteY42" fmla="*/ 86 h 10546276"/>
              <a:gd name="connsiteX43" fmla="*/ 9656642 w 12762302"/>
              <a:gd name="connsiteY43" fmla="*/ 36879 h 10546276"/>
              <a:gd name="connsiteX44" fmla="*/ 9909649 w 12762302"/>
              <a:gd name="connsiteY44" fmla="*/ 105926 h 10546276"/>
              <a:gd name="connsiteX45" fmla="*/ 10020529 w 12762302"/>
              <a:gd name="connsiteY45" fmla="*/ 295431 h 10546276"/>
              <a:gd name="connsiteX46" fmla="*/ 9991801 w 12762302"/>
              <a:gd name="connsiteY46" fmla="*/ 469310 h 10546276"/>
              <a:gd name="connsiteX47" fmla="*/ 9453530 w 12762302"/>
              <a:gd name="connsiteY47" fmla="*/ 2291772 h 10546276"/>
              <a:gd name="connsiteX48" fmla="*/ 9373393 w 12762302"/>
              <a:gd name="connsiteY48" fmla="*/ 2497403 h 10546276"/>
              <a:gd name="connsiteX49" fmla="*/ 9120708 w 12762302"/>
              <a:gd name="connsiteY49" fmla="*/ 2684025 h 10546276"/>
              <a:gd name="connsiteX0" fmla="*/ 7818555 w 12762302"/>
              <a:gd name="connsiteY0" fmla="*/ 3846106 h 10546276"/>
              <a:gd name="connsiteX1" fmla="*/ 8968135 w 12762302"/>
              <a:gd name="connsiteY1" fmla="*/ 3852838 h 10546276"/>
              <a:gd name="connsiteX2" fmla="*/ 10666656 w 12762302"/>
              <a:gd name="connsiteY2" fmla="*/ 3878363 h 10546276"/>
              <a:gd name="connsiteX3" fmla="*/ 11737152 w 12762302"/>
              <a:gd name="connsiteY3" fmla="*/ 3959002 h 10546276"/>
              <a:gd name="connsiteX4" fmla="*/ 12464422 w 12762302"/>
              <a:gd name="connsiteY4" fmla="*/ 4380851 h 10546276"/>
              <a:gd name="connsiteX5" fmla="*/ 12757751 w 12762302"/>
              <a:gd name="connsiteY5" fmla="*/ 5159026 h 10546276"/>
              <a:gd name="connsiteX6" fmla="*/ 12691727 w 12762302"/>
              <a:gd name="connsiteY6" fmla="*/ 5565249 h 10546276"/>
              <a:gd name="connsiteX7" fmla="*/ 12259799 w 12762302"/>
              <a:gd name="connsiteY7" fmla="*/ 7080775 h 10546276"/>
              <a:gd name="connsiteX8" fmla="*/ 11732616 w 12762302"/>
              <a:gd name="connsiteY8" fmla="*/ 8660310 h 10546276"/>
              <a:gd name="connsiteX9" fmla="*/ 10383408 w 12762302"/>
              <a:gd name="connsiteY9" fmla="*/ 10286212 h 10546276"/>
              <a:gd name="connsiteX10" fmla="*/ 9665713 w 12762302"/>
              <a:gd name="connsiteY10" fmla="*/ 10476220 h 10546276"/>
              <a:gd name="connsiteX11" fmla="*/ 7659292 w 12762302"/>
              <a:gd name="connsiteY11" fmla="*/ 10517547 h 10546276"/>
              <a:gd name="connsiteX12" fmla="*/ 5356518 w 12762302"/>
              <a:gd name="connsiteY12" fmla="*/ 10537708 h 10546276"/>
              <a:gd name="connsiteX13" fmla="*/ 1176346 w 12762302"/>
              <a:gd name="connsiteY13" fmla="*/ 10546276 h 10546276"/>
              <a:gd name="connsiteX14" fmla="*/ 366922 w 12762302"/>
              <a:gd name="connsiteY14" fmla="*/ 10507468 h 10546276"/>
              <a:gd name="connsiteX15" fmla="*/ 67547 w 12762302"/>
              <a:gd name="connsiteY15" fmla="*/ 10376933 h 10546276"/>
              <a:gd name="connsiteX16" fmla="*/ 16138 w 12762302"/>
              <a:gd name="connsiteY16" fmla="*/ 10103764 h 10546276"/>
              <a:gd name="connsiteX17" fmla="*/ 356842 w 12762302"/>
              <a:gd name="connsiteY17" fmla="*/ 9006558 h 10546276"/>
              <a:gd name="connsiteX18" fmla="*/ 696034 w 12762302"/>
              <a:gd name="connsiteY18" fmla="*/ 8016198 h 10546276"/>
              <a:gd name="connsiteX19" fmla="*/ 940977 w 12762302"/>
              <a:gd name="connsiteY19" fmla="*/ 7829719 h 10546276"/>
              <a:gd name="connsiteX20" fmla="*/ 1721169 w 12762302"/>
              <a:gd name="connsiteY20" fmla="*/ 7797462 h 10546276"/>
              <a:gd name="connsiteX21" fmla="*/ 7021732 w 12762302"/>
              <a:gd name="connsiteY21" fmla="*/ 7765711 h 10546276"/>
              <a:gd name="connsiteX22" fmla="*/ 8570019 w 12762302"/>
              <a:gd name="connsiteY22" fmla="*/ 7735974 h 10546276"/>
              <a:gd name="connsiteX23" fmla="*/ 9084602 w 12762302"/>
              <a:gd name="connsiteY23" fmla="*/ 7708759 h 10546276"/>
              <a:gd name="connsiteX24" fmla="*/ 9234793 w 12762302"/>
              <a:gd name="connsiteY24" fmla="*/ 7633662 h 10546276"/>
              <a:gd name="connsiteX25" fmla="*/ 9560880 w 12762302"/>
              <a:gd name="connsiteY25" fmla="*/ 6725456 h 10546276"/>
              <a:gd name="connsiteX26" fmla="*/ 9546266 w 12762302"/>
              <a:gd name="connsiteY26" fmla="*/ 6678584 h 10546276"/>
              <a:gd name="connsiteX27" fmla="*/ 9136009 w 12762302"/>
              <a:gd name="connsiteY27" fmla="*/ 6649351 h 10546276"/>
              <a:gd name="connsiteX28" fmla="*/ 4911990 w 12762302"/>
              <a:gd name="connsiteY28" fmla="*/ 6637256 h 10546276"/>
              <a:gd name="connsiteX29" fmla="*/ 3245264 w 12762302"/>
              <a:gd name="connsiteY29" fmla="*/ 6605504 h 10546276"/>
              <a:gd name="connsiteX30" fmla="*/ 2500353 w 12762302"/>
              <a:gd name="connsiteY30" fmla="*/ 6519825 h 10546276"/>
              <a:gd name="connsiteX31" fmla="*/ 2012481 w 12762302"/>
              <a:gd name="connsiteY31" fmla="*/ 6240104 h 10546276"/>
              <a:gd name="connsiteX32" fmla="*/ 1708065 w 12762302"/>
              <a:gd name="connsiteY32" fmla="*/ 5790033 h 10546276"/>
              <a:gd name="connsiteX33" fmla="*/ 1627425 w 12762302"/>
              <a:gd name="connsiteY33" fmla="*/ 5129793 h 10546276"/>
              <a:gd name="connsiteX34" fmla="*/ 1823985 w 12762302"/>
              <a:gd name="connsiteY34" fmla="*/ 4405546 h 10546276"/>
              <a:gd name="connsiteX35" fmla="*/ 2494304 w 12762302"/>
              <a:gd name="connsiteY35" fmla="*/ 2268588 h 10546276"/>
              <a:gd name="connsiteX36" fmla="*/ 3048703 w 12762302"/>
              <a:gd name="connsiteY36" fmla="*/ 1083685 h 10546276"/>
              <a:gd name="connsiteX37" fmla="*/ 3551696 w 12762302"/>
              <a:gd name="connsiteY37" fmla="*/ 546926 h 10546276"/>
              <a:gd name="connsiteX38" fmla="*/ 4645878 w 12762302"/>
              <a:gd name="connsiteY38" fmla="*/ 95846 h 10546276"/>
              <a:gd name="connsiteX39" fmla="*/ 5322245 w 12762302"/>
              <a:gd name="connsiteY39" fmla="*/ 58046 h 10546276"/>
              <a:gd name="connsiteX40" fmla="*/ 6900268 w 12762302"/>
              <a:gd name="connsiteY40" fmla="*/ 27805 h 10546276"/>
              <a:gd name="connsiteX41" fmla="*/ 8951042 w 12762302"/>
              <a:gd name="connsiteY41" fmla="*/ 86 h 10546276"/>
              <a:gd name="connsiteX42" fmla="*/ 9656642 w 12762302"/>
              <a:gd name="connsiteY42" fmla="*/ 36879 h 10546276"/>
              <a:gd name="connsiteX43" fmla="*/ 9909649 w 12762302"/>
              <a:gd name="connsiteY43" fmla="*/ 105926 h 10546276"/>
              <a:gd name="connsiteX44" fmla="*/ 10020529 w 12762302"/>
              <a:gd name="connsiteY44" fmla="*/ 295431 h 10546276"/>
              <a:gd name="connsiteX45" fmla="*/ 9991801 w 12762302"/>
              <a:gd name="connsiteY45" fmla="*/ 469310 h 10546276"/>
              <a:gd name="connsiteX46" fmla="*/ 9453530 w 12762302"/>
              <a:gd name="connsiteY46" fmla="*/ 2291772 h 10546276"/>
              <a:gd name="connsiteX47" fmla="*/ 9373393 w 12762302"/>
              <a:gd name="connsiteY47" fmla="*/ 2497403 h 10546276"/>
              <a:gd name="connsiteX48" fmla="*/ 9120708 w 12762302"/>
              <a:gd name="connsiteY48" fmla="*/ 2684025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45" fmla="*/ 9453530 w 12762302"/>
              <a:gd name="connsiteY45" fmla="*/ 2291772 h 10546276"/>
              <a:gd name="connsiteX46" fmla="*/ 9373393 w 12762302"/>
              <a:gd name="connsiteY46" fmla="*/ 2497403 h 10546276"/>
              <a:gd name="connsiteX47" fmla="*/ 9120708 w 12762302"/>
              <a:gd name="connsiteY47" fmla="*/ 2684025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45" fmla="*/ 9453530 w 12762302"/>
              <a:gd name="connsiteY45" fmla="*/ 2291772 h 10546276"/>
              <a:gd name="connsiteX46" fmla="*/ 9373393 w 12762302"/>
              <a:gd name="connsiteY46" fmla="*/ 2497403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45" fmla="*/ 9453530 w 12762302"/>
              <a:gd name="connsiteY45" fmla="*/ 2291772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44" fmla="*/ 9991801 w 12762302"/>
              <a:gd name="connsiteY44" fmla="*/ 469310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43" fmla="*/ 10020529 w 12762302"/>
              <a:gd name="connsiteY43" fmla="*/ 295431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  <a:gd name="connsiteX42" fmla="*/ 9909649 w 12762302"/>
              <a:gd name="connsiteY42" fmla="*/ 105926 h 10546276"/>
              <a:gd name="connsiteX0" fmla="*/ 8968135 w 12762302"/>
              <a:gd name="connsiteY0" fmla="*/ 3852838 h 10546276"/>
              <a:gd name="connsiteX1" fmla="*/ 10666656 w 12762302"/>
              <a:gd name="connsiteY1" fmla="*/ 3878363 h 10546276"/>
              <a:gd name="connsiteX2" fmla="*/ 11737152 w 12762302"/>
              <a:gd name="connsiteY2" fmla="*/ 3959002 h 10546276"/>
              <a:gd name="connsiteX3" fmla="*/ 12464422 w 12762302"/>
              <a:gd name="connsiteY3" fmla="*/ 4380851 h 10546276"/>
              <a:gd name="connsiteX4" fmla="*/ 12757751 w 12762302"/>
              <a:gd name="connsiteY4" fmla="*/ 5159026 h 10546276"/>
              <a:gd name="connsiteX5" fmla="*/ 12691727 w 12762302"/>
              <a:gd name="connsiteY5" fmla="*/ 5565249 h 10546276"/>
              <a:gd name="connsiteX6" fmla="*/ 12259799 w 12762302"/>
              <a:gd name="connsiteY6" fmla="*/ 7080775 h 10546276"/>
              <a:gd name="connsiteX7" fmla="*/ 11732616 w 12762302"/>
              <a:gd name="connsiteY7" fmla="*/ 8660310 h 10546276"/>
              <a:gd name="connsiteX8" fmla="*/ 10383408 w 12762302"/>
              <a:gd name="connsiteY8" fmla="*/ 10286212 h 10546276"/>
              <a:gd name="connsiteX9" fmla="*/ 9665713 w 12762302"/>
              <a:gd name="connsiteY9" fmla="*/ 10476220 h 10546276"/>
              <a:gd name="connsiteX10" fmla="*/ 7659292 w 12762302"/>
              <a:gd name="connsiteY10" fmla="*/ 10517547 h 10546276"/>
              <a:gd name="connsiteX11" fmla="*/ 5356518 w 12762302"/>
              <a:gd name="connsiteY11" fmla="*/ 10537708 h 10546276"/>
              <a:gd name="connsiteX12" fmla="*/ 1176346 w 12762302"/>
              <a:gd name="connsiteY12" fmla="*/ 10546276 h 10546276"/>
              <a:gd name="connsiteX13" fmla="*/ 366922 w 12762302"/>
              <a:gd name="connsiteY13" fmla="*/ 10507468 h 10546276"/>
              <a:gd name="connsiteX14" fmla="*/ 67547 w 12762302"/>
              <a:gd name="connsiteY14" fmla="*/ 10376933 h 10546276"/>
              <a:gd name="connsiteX15" fmla="*/ 16138 w 12762302"/>
              <a:gd name="connsiteY15" fmla="*/ 10103764 h 10546276"/>
              <a:gd name="connsiteX16" fmla="*/ 356842 w 12762302"/>
              <a:gd name="connsiteY16" fmla="*/ 9006558 h 10546276"/>
              <a:gd name="connsiteX17" fmla="*/ 696034 w 12762302"/>
              <a:gd name="connsiteY17" fmla="*/ 8016198 h 10546276"/>
              <a:gd name="connsiteX18" fmla="*/ 940977 w 12762302"/>
              <a:gd name="connsiteY18" fmla="*/ 7829719 h 10546276"/>
              <a:gd name="connsiteX19" fmla="*/ 1721169 w 12762302"/>
              <a:gd name="connsiteY19" fmla="*/ 7797462 h 10546276"/>
              <a:gd name="connsiteX20" fmla="*/ 7021732 w 12762302"/>
              <a:gd name="connsiteY20" fmla="*/ 7765711 h 10546276"/>
              <a:gd name="connsiteX21" fmla="*/ 8570019 w 12762302"/>
              <a:gd name="connsiteY21" fmla="*/ 7735974 h 10546276"/>
              <a:gd name="connsiteX22" fmla="*/ 9084602 w 12762302"/>
              <a:gd name="connsiteY22" fmla="*/ 7708759 h 10546276"/>
              <a:gd name="connsiteX23" fmla="*/ 9234793 w 12762302"/>
              <a:gd name="connsiteY23" fmla="*/ 7633662 h 10546276"/>
              <a:gd name="connsiteX24" fmla="*/ 9560880 w 12762302"/>
              <a:gd name="connsiteY24" fmla="*/ 6725456 h 10546276"/>
              <a:gd name="connsiteX25" fmla="*/ 9546266 w 12762302"/>
              <a:gd name="connsiteY25" fmla="*/ 6678584 h 10546276"/>
              <a:gd name="connsiteX26" fmla="*/ 9136009 w 12762302"/>
              <a:gd name="connsiteY26" fmla="*/ 6649351 h 10546276"/>
              <a:gd name="connsiteX27" fmla="*/ 4911990 w 12762302"/>
              <a:gd name="connsiteY27" fmla="*/ 6637256 h 10546276"/>
              <a:gd name="connsiteX28" fmla="*/ 3245264 w 12762302"/>
              <a:gd name="connsiteY28" fmla="*/ 6605504 h 10546276"/>
              <a:gd name="connsiteX29" fmla="*/ 2500353 w 12762302"/>
              <a:gd name="connsiteY29" fmla="*/ 6519825 h 10546276"/>
              <a:gd name="connsiteX30" fmla="*/ 2012481 w 12762302"/>
              <a:gd name="connsiteY30" fmla="*/ 6240104 h 10546276"/>
              <a:gd name="connsiteX31" fmla="*/ 1708065 w 12762302"/>
              <a:gd name="connsiteY31" fmla="*/ 5790033 h 10546276"/>
              <a:gd name="connsiteX32" fmla="*/ 1627425 w 12762302"/>
              <a:gd name="connsiteY32" fmla="*/ 5129793 h 10546276"/>
              <a:gd name="connsiteX33" fmla="*/ 1823985 w 12762302"/>
              <a:gd name="connsiteY33" fmla="*/ 4405546 h 10546276"/>
              <a:gd name="connsiteX34" fmla="*/ 2494304 w 12762302"/>
              <a:gd name="connsiteY34" fmla="*/ 2268588 h 10546276"/>
              <a:gd name="connsiteX35" fmla="*/ 3048703 w 12762302"/>
              <a:gd name="connsiteY35" fmla="*/ 1083685 h 10546276"/>
              <a:gd name="connsiteX36" fmla="*/ 3551696 w 12762302"/>
              <a:gd name="connsiteY36" fmla="*/ 546926 h 10546276"/>
              <a:gd name="connsiteX37" fmla="*/ 4645878 w 12762302"/>
              <a:gd name="connsiteY37" fmla="*/ 95846 h 10546276"/>
              <a:gd name="connsiteX38" fmla="*/ 5322245 w 12762302"/>
              <a:gd name="connsiteY38" fmla="*/ 58046 h 10546276"/>
              <a:gd name="connsiteX39" fmla="*/ 6900268 w 12762302"/>
              <a:gd name="connsiteY39" fmla="*/ 27805 h 10546276"/>
              <a:gd name="connsiteX40" fmla="*/ 8951042 w 12762302"/>
              <a:gd name="connsiteY40" fmla="*/ 86 h 10546276"/>
              <a:gd name="connsiteX41" fmla="*/ 9656642 w 12762302"/>
              <a:gd name="connsiteY41" fmla="*/ 36879 h 1054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762302" h="10546276">
                <a:moveTo>
                  <a:pt x="8968135" y="3852838"/>
                </a:moveTo>
                <a:lnTo>
                  <a:pt x="10666656" y="3878363"/>
                </a:lnTo>
                <a:cubicBezTo>
                  <a:pt x="11023991" y="3885923"/>
                  <a:pt x="11380824" y="3924730"/>
                  <a:pt x="11737152" y="3959002"/>
                </a:cubicBezTo>
                <a:cubicBezTo>
                  <a:pt x="12040559" y="3988739"/>
                  <a:pt x="12279454" y="4127842"/>
                  <a:pt x="12464422" y="4380851"/>
                </a:cubicBezTo>
                <a:cubicBezTo>
                  <a:pt x="12636789" y="4617227"/>
                  <a:pt x="12791015" y="4851082"/>
                  <a:pt x="12757751" y="5159026"/>
                </a:cubicBezTo>
                <a:cubicBezTo>
                  <a:pt x="12742630" y="5295609"/>
                  <a:pt x="12727510" y="5433705"/>
                  <a:pt x="12691727" y="5565249"/>
                </a:cubicBezTo>
                <a:cubicBezTo>
                  <a:pt x="12553127" y="6071768"/>
                  <a:pt x="12415534" y="6579296"/>
                  <a:pt x="12259799" y="7080775"/>
                </a:cubicBezTo>
                <a:cubicBezTo>
                  <a:pt x="12094990" y="7610983"/>
                  <a:pt x="11913047" y="8135647"/>
                  <a:pt x="11732616" y="8660310"/>
                </a:cubicBezTo>
                <a:cubicBezTo>
                  <a:pt x="11488679" y="9371453"/>
                  <a:pt x="10999296" y="9880996"/>
                  <a:pt x="10383408" y="10286212"/>
                </a:cubicBezTo>
                <a:cubicBezTo>
                  <a:pt x="10164168" y="10430356"/>
                  <a:pt x="9916201" y="10468659"/>
                  <a:pt x="9665713" y="10476220"/>
                </a:cubicBezTo>
                <a:cubicBezTo>
                  <a:pt x="8997409" y="10496883"/>
                  <a:pt x="8328098" y="10508476"/>
                  <a:pt x="7659292" y="10517547"/>
                </a:cubicBezTo>
                <a:lnTo>
                  <a:pt x="5356518" y="10537708"/>
                </a:lnTo>
                <a:lnTo>
                  <a:pt x="1176346" y="10546276"/>
                </a:lnTo>
                <a:cubicBezTo>
                  <a:pt x="906202" y="10546276"/>
                  <a:pt x="636562" y="10525611"/>
                  <a:pt x="366922" y="10507468"/>
                </a:cubicBezTo>
                <a:cubicBezTo>
                  <a:pt x="255034" y="10499909"/>
                  <a:pt x="146170" y="10481259"/>
                  <a:pt x="67547" y="10376933"/>
                </a:cubicBezTo>
                <a:cubicBezTo>
                  <a:pt x="1522" y="10289740"/>
                  <a:pt x="-17125" y="10208595"/>
                  <a:pt x="16138" y="10103764"/>
                </a:cubicBezTo>
                <a:cubicBezTo>
                  <a:pt x="132058" y="9738869"/>
                  <a:pt x="238402" y="9370445"/>
                  <a:pt x="356842" y="9006558"/>
                </a:cubicBezTo>
                <a:cubicBezTo>
                  <a:pt x="464698" y="8674925"/>
                  <a:pt x="586162" y="8347326"/>
                  <a:pt x="696034" y="8016198"/>
                </a:cubicBezTo>
                <a:cubicBezTo>
                  <a:pt x="736858" y="7893223"/>
                  <a:pt x="808426" y="7832743"/>
                  <a:pt x="940977" y="7829719"/>
                </a:cubicBezTo>
                <a:cubicBezTo>
                  <a:pt x="1201041" y="7823671"/>
                  <a:pt x="1461105" y="7799479"/>
                  <a:pt x="1721169" y="7797462"/>
                </a:cubicBezTo>
                <a:lnTo>
                  <a:pt x="7021732" y="7765711"/>
                </a:lnTo>
                <a:cubicBezTo>
                  <a:pt x="7537828" y="7762183"/>
                  <a:pt x="8053923" y="7748574"/>
                  <a:pt x="8570019" y="7735974"/>
                </a:cubicBezTo>
                <a:cubicBezTo>
                  <a:pt x="8741881" y="7731943"/>
                  <a:pt x="8912738" y="7714807"/>
                  <a:pt x="9084602" y="7708759"/>
                </a:cubicBezTo>
                <a:cubicBezTo>
                  <a:pt x="9149618" y="7706743"/>
                  <a:pt x="9202538" y="7688095"/>
                  <a:pt x="9234793" y="7633662"/>
                </a:cubicBezTo>
                <a:cubicBezTo>
                  <a:pt x="9401618" y="7351927"/>
                  <a:pt x="9520057" y="7052551"/>
                  <a:pt x="9560880" y="6725456"/>
                </a:cubicBezTo>
                <a:cubicBezTo>
                  <a:pt x="9561889" y="6716887"/>
                  <a:pt x="9555337" y="6706808"/>
                  <a:pt x="9546266" y="6678584"/>
                </a:cubicBezTo>
                <a:cubicBezTo>
                  <a:pt x="9415225" y="6669008"/>
                  <a:pt x="9275618" y="6649856"/>
                  <a:pt x="9136009" y="6649351"/>
                </a:cubicBezTo>
                <a:lnTo>
                  <a:pt x="4911990" y="6637256"/>
                </a:lnTo>
                <a:cubicBezTo>
                  <a:pt x="4356078" y="6634736"/>
                  <a:pt x="3800671" y="6626168"/>
                  <a:pt x="3245264" y="6605504"/>
                </a:cubicBezTo>
                <a:cubicBezTo>
                  <a:pt x="2996288" y="6596432"/>
                  <a:pt x="2747312" y="6557625"/>
                  <a:pt x="2500353" y="6519825"/>
                </a:cubicBezTo>
                <a:cubicBezTo>
                  <a:pt x="2305304" y="6489584"/>
                  <a:pt x="2133945" y="6399368"/>
                  <a:pt x="2012481" y="6240104"/>
                </a:cubicBezTo>
                <a:cubicBezTo>
                  <a:pt x="1902609" y="6095961"/>
                  <a:pt x="1795257" y="5947785"/>
                  <a:pt x="1708065" y="5790033"/>
                </a:cubicBezTo>
                <a:cubicBezTo>
                  <a:pt x="1594665" y="5584905"/>
                  <a:pt x="1577025" y="5355586"/>
                  <a:pt x="1627425" y="5129793"/>
                </a:cubicBezTo>
                <a:cubicBezTo>
                  <a:pt x="1681857" y="4885858"/>
                  <a:pt x="1749897" y="4644441"/>
                  <a:pt x="1823985" y="4405546"/>
                </a:cubicBezTo>
                <a:cubicBezTo>
                  <a:pt x="2044233" y="3692387"/>
                  <a:pt x="2267504" y="2979731"/>
                  <a:pt x="2494304" y="2268588"/>
                </a:cubicBezTo>
                <a:cubicBezTo>
                  <a:pt x="2627864" y="1850268"/>
                  <a:pt x="2805272" y="1450597"/>
                  <a:pt x="3048703" y="1083685"/>
                </a:cubicBezTo>
                <a:cubicBezTo>
                  <a:pt x="3185791" y="877045"/>
                  <a:pt x="3373279" y="716773"/>
                  <a:pt x="3551696" y="546926"/>
                </a:cubicBezTo>
                <a:cubicBezTo>
                  <a:pt x="3859638" y="253598"/>
                  <a:pt x="4235119" y="131631"/>
                  <a:pt x="4645878" y="95846"/>
                </a:cubicBezTo>
                <a:cubicBezTo>
                  <a:pt x="4870662" y="76191"/>
                  <a:pt x="5096454" y="64093"/>
                  <a:pt x="5322245" y="58046"/>
                </a:cubicBezTo>
                <a:lnTo>
                  <a:pt x="6900268" y="27805"/>
                </a:lnTo>
                <a:lnTo>
                  <a:pt x="8951042" y="86"/>
                </a:lnTo>
                <a:cubicBezTo>
                  <a:pt x="9186409" y="-1426"/>
                  <a:pt x="9422281" y="17222"/>
                  <a:pt x="9656642" y="36879"/>
                </a:cubicBezTo>
              </a:path>
            </a:pathLst>
          </a:custGeom>
          <a:noFill/>
          <a:ln w="50391" cap="flat">
            <a:solidFill>
              <a:srgbClr val="FF096C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963AB7C-2AE3-7C59-A657-843FF4E360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23039" r="68336" b="51990"/>
          <a:stretch/>
        </p:blipFill>
        <p:spPr>
          <a:xfrm>
            <a:off x="2498035" y="1577147"/>
            <a:ext cx="1361661" cy="171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3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C96B9BA2-0BC0-DA19-0347-207CB868F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246000" y="82400"/>
            <a:ext cx="5376000" cy="6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99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SQL -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Structured</a:t>
            </a: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 Query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Language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453600" y="1151400"/>
            <a:ext cx="110816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0">
              <a:buNone/>
            </a:pPr>
            <a:endParaRPr sz="2641" dirty="0"/>
          </a:p>
          <a:p>
            <a:pPr marL="342900" indent="-342900">
              <a:spcBef>
                <a:spcPts val="1600"/>
              </a:spcBef>
            </a:pPr>
            <a:r>
              <a:rPr lang="pt-BR" sz="2500" dirty="0"/>
              <a:t>A primeira versão surgiu em 1974 nos laboratórios da IBM;</a:t>
            </a:r>
            <a:endParaRPr sz="2500" dirty="0"/>
          </a:p>
          <a:p>
            <a:pPr marL="342900" indent="-342900">
              <a:lnSpc>
                <a:spcPct val="115000"/>
              </a:lnSpc>
              <a:spcBef>
                <a:spcPts val="1600"/>
              </a:spcBef>
            </a:pPr>
            <a:r>
              <a:rPr lang="pt-BR" sz="2500" dirty="0"/>
              <a:t>Em 1982, American </a:t>
            </a:r>
            <a:r>
              <a:rPr lang="pt-BR" sz="2500" dirty="0" err="1"/>
              <a:t>National</a:t>
            </a:r>
            <a:r>
              <a:rPr lang="pt-BR" sz="2500" dirty="0"/>
              <a:t> Standards </a:t>
            </a:r>
            <a:r>
              <a:rPr lang="pt-BR" sz="2500" dirty="0" err="1"/>
              <a:t>Institute</a:t>
            </a:r>
            <a:r>
              <a:rPr lang="pt-BR" sz="2500" dirty="0"/>
              <a:t> – ANSI tornou o SQL a linguagem padrão para a manipulação de dados em ambiente relacional;</a:t>
            </a:r>
            <a:endParaRPr sz="2500" dirty="0"/>
          </a:p>
          <a:p>
            <a:pPr marL="342900" indent="-342900">
              <a:spcBef>
                <a:spcPts val="1600"/>
              </a:spcBef>
            </a:pPr>
            <a:r>
              <a:rPr lang="pt-BR" sz="2500" dirty="0"/>
              <a:t>SQL é a linguagem universal para os bancos de dados relacionais;</a:t>
            </a:r>
            <a:endParaRPr sz="2500" dirty="0"/>
          </a:p>
          <a:p>
            <a:pPr marL="342900" indent="-342900">
              <a:spcBef>
                <a:spcPts val="1600"/>
              </a:spcBef>
            </a:pPr>
            <a:r>
              <a:rPr lang="pt-BR" sz="2500" dirty="0"/>
              <a:t>SQL Server foi criado pela Microsoft em 1998;</a:t>
            </a:r>
            <a:endParaRPr sz="2500" dirty="0"/>
          </a:p>
          <a:p>
            <a:pPr marL="342900" indent="-342900">
              <a:spcBef>
                <a:spcPts val="1600"/>
              </a:spcBef>
            </a:pPr>
            <a:r>
              <a:rPr lang="pt-BR" sz="2500" dirty="0"/>
              <a:t>Uma das linguagem de banco de dados mais utilizada no mercado.</a:t>
            </a:r>
            <a:endParaRPr sz="2500" dirty="0"/>
          </a:p>
          <a:p>
            <a:pPr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14BF8180-8ECF-41A2-3109-EB39593A9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234400" y="110200"/>
            <a:ext cx="5411600" cy="61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SQL - tipos de dados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720000" y="1151400"/>
            <a:ext cx="82176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pt-BR" sz="2500" dirty="0"/>
              <a:t>Os tipos de dados são:</a:t>
            </a:r>
            <a:endParaRPr sz="2500" dirty="0"/>
          </a:p>
          <a:p>
            <a:pPr marL="0" indent="0">
              <a:spcBef>
                <a:spcPts val="1600"/>
              </a:spcBef>
              <a:buNone/>
            </a:pPr>
            <a:endParaRPr sz="2500" dirty="0"/>
          </a:p>
          <a:p>
            <a:pPr indent="-440256">
              <a:spcBef>
                <a:spcPts val="1600"/>
              </a:spcBef>
              <a:buSzPts val="1600"/>
            </a:pPr>
            <a:r>
              <a:rPr lang="pt-BR" sz="2500" dirty="0"/>
              <a:t>Caracteres: char, </a:t>
            </a:r>
            <a:r>
              <a:rPr lang="pt-BR" sz="2500" dirty="0" err="1"/>
              <a:t>varchar</a:t>
            </a:r>
            <a:r>
              <a:rPr lang="pt-BR" sz="2500" dirty="0"/>
              <a:t>, </a:t>
            </a:r>
            <a:r>
              <a:rPr lang="pt-BR" sz="2500" dirty="0" err="1"/>
              <a:t>text</a:t>
            </a:r>
            <a:r>
              <a:rPr lang="pt-BR" sz="2500" dirty="0"/>
              <a:t>;</a:t>
            </a:r>
            <a:endParaRPr sz="2500" dirty="0"/>
          </a:p>
          <a:p>
            <a:pPr indent="-440256">
              <a:buSzPts val="1600"/>
            </a:pPr>
            <a:r>
              <a:rPr lang="pt-BR" sz="2500" dirty="0"/>
              <a:t>Caracteres binários: </a:t>
            </a:r>
            <a:r>
              <a:rPr lang="pt-BR" sz="2500" dirty="0" err="1"/>
              <a:t>binary</a:t>
            </a:r>
            <a:r>
              <a:rPr lang="pt-BR" sz="2500" dirty="0"/>
              <a:t>, </a:t>
            </a:r>
            <a:r>
              <a:rPr lang="pt-BR" sz="2500" dirty="0" err="1"/>
              <a:t>image</a:t>
            </a:r>
            <a:r>
              <a:rPr lang="pt-BR" sz="2500" dirty="0"/>
              <a:t>, </a:t>
            </a:r>
            <a:r>
              <a:rPr lang="pt-BR" sz="2500" dirty="0" err="1"/>
              <a:t>varbinary</a:t>
            </a:r>
            <a:r>
              <a:rPr lang="pt-BR" sz="2500" dirty="0"/>
              <a:t>;</a:t>
            </a:r>
            <a:endParaRPr sz="2500" dirty="0"/>
          </a:p>
          <a:p>
            <a:pPr indent="-440256">
              <a:buSzPts val="1600"/>
            </a:pPr>
            <a:r>
              <a:rPr lang="pt-BR" sz="2500" dirty="0"/>
              <a:t>Data e hora: date, </a:t>
            </a:r>
            <a:r>
              <a:rPr lang="pt-BR" sz="2500" dirty="0" err="1"/>
              <a:t>datetime</a:t>
            </a:r>
            <a:r>
              <a:rPr lang="pt-BR" sz="2500" dirty="0"/>
              <a:t>, time;</a:t>
            </a:r>
            <a:endParaRPr sz="2500" dirty="0"/>
          </a:p>
          <a:p>
            <a:pPr indent="-440256">
              <a:buSzPts val="1600"/>
            </a:pPr>
            <a:r>
              <a:rPr lang="pt-BR" sz="2500" dirty="0"/>
              <a:t>Numéricos exatos: bit, decimal, </a:t>
            </a:r>
            <a:r>
              <a:rPr lang="pt-BR" sz="2500" dirty="0" err="1"/>
              <a:t>int</a:t>
            </a:r>
            <a:r>
              <a:rPr lang="pt-BR" sz="2500" dirty="0"/>
              <a:t>, </a:t>
            </a:r>
            <a:r>
              <a:rPr lang="pt-BR" sz="2500" dirty="0" err="1"/>
              <a:t>numeric</a:t>
            </a:r>
            <a:r>
              <a:rPr lang="pt-BR" sz="2500" dirty="0"/>
              <a:t>;</a:t>
            </a:r>
            <a:endParaRPr sz="2500" dirty="0"/>
          </a:p>
          <a:p>
            <a:pPr indent="-440256">
              <a:buSzPts val="1600"/>
            </a:pPr>
            <a:r>
              <a:rPr lang="pt-BR" sz="2500" dirty="0"/>
              <a:t>Numéricos aproximados: </a:t>
            </a:r>
            <a:r>
              <a:rPr lang="pt-BR" sz="2500" dirty="0" err="1"/>
              <a:t>float</a:t>
            </a:r>
            <a:r>
              <a:rPr lang="pt-BR" sz="2500" dirty="0"/>
              <a:t>, real.</a:t>
            </a:r>
            <a:endParaRPr sz="2500" dirty="0"/>
          </a:p>
          <a:p>
            <a:pPr marL="0" indent="0">
              <a:spcBef>
                <a:spcPts val="1600"/>
              </a:spcBef>
              <a:buNone/>
            </a:pPr>
            <a:endParaRPr sz="2500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702E606D-A5BA-86F4-FF0D-511C4BF6E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246000" y="82400"/>
            <a:ext cx="11360800" cy="6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SQL - tipos de instruções ou comandos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033" y="1311800"/>
            <a:ext cx="8683200" cy="519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C334E452-5F25-4434-CAC6-718000883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225200" y="93000"/>
            <a:ext cx="11360800" cy="6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SQL - comandos 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68" y="2154133"/>
            <a:ext cx="4559933" cy="1651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867" y="4302600"/>
            <a:ext cx="4559933" cy="165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3301" y="2148451"/>
            <a:ext cx="6233092" cy="14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3933" y="4329167"/>
            <a:ext cx="6233100" cy="1597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44C4FBE8-D540-8DBC-2D84-0471568B8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xfrm>
            <a:off x="201000" y="62130"/>
            <a:ext cx="11360800" cy="6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Fazendo consultas | DML |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Select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pic>
        <p:nvPicPr>
          <p:cNvPr id="6" name="Imagem 5" descr="Diagrama, Esquemático&#10;&#10;Descrição gerada automaticamente">
            <a:extLst>
              <a:ext uri="{FF2B5EF4-FFF2-40B4-BE49-F238E27FC236}">
                <a16:creationId xmlns:a16="http://schemas.microsoft.com/office/drawing/2014/main" id="{11BD195E-DA03-155A-E865-CF2629129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230" y="746096"/>
            <a:ext cx="7749540" cy="557784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67E9673-CC0E-9AAB-4FD1-EBD69EB067DB}"/>
              </a:ext>
            </a:extLst>
          </p:cNvPr>
          <p:cNvSpPr txBox="1"/>
          <p:nvPr/>
        </p:nvSpPr>
        <p:spPr>
          <a:xfrm>
            <a:off x="8406880" y="6036970"/>
            <a:ext cx="156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Créditos: </a:t>
            </a:r>
            <a:r>
              <a:rPr lang="pt-BR" dirty="0" err="1">
                <a:hlinkClick r:id="rId5"/>
              </a:rPr>
              <a:t>ITPro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4DD907DB-F81D-88D5-3CC6-3BDF9D339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225200" y="54000"/>
            <a:ext cx="11360800" cy="61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Fazendo consultas | DML |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Select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>
              <a:latin typeface="Raleway" pitchFamily="2" charset="0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680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pt-BR"/>
              <a:t>select</a:t>
            </a:r>
            <a:br>
              <a:rPr lang="pt-BR"/>
            </a:br>
            <a:r>
              <a:rPr lang="pt-BR"/>
              <a:t>	[NomeColuna1],</a:t>
            </a:r>
            <a:br>
              <a:rPr lang="pt-BR"/>
            </a:br>
            <a:r>
              <a:rPr lang="pt-BR"/>
              <a:t>	[NomeColuna2]</a:t>
            </a:r>
            <a:br>
              <a:rPr lang="pt-BR"/>
            </a:br>
            <a:r>
              <a:rPr lang="pt-BR"/>
              <a:t>from [NomeSchema].[NomeTabela]</a:t>
            </a:r>
            <a:br>
              <a:rPr lang="pt-BR"/>
            </a:br>
            <a:r>
              <a:rPr lang="pt-BR"/>
              <a:t>group by</a:t>
            </a:r>
            <a:br>
              <a:rPr lang="pt-BR"/>
            </a:br>
            <a:r>
              <a:rPr lang="pt-BR"/>
              <a:t>	[NomeColuna2]</a:t>
            </a:r>
            <a:br>
              <a:rPr lang="pt-BR"/>
            </a:br>
            <a:r>
              <a:rPr lang="pt-BR"/>
              <a:t>order by</a:t>
            </a:r>
            <a:br>
              <a:rPr lang="pt-BR"/>
            </a:br>
            <a:r>
              <a:rPr lang="pt-BR"/>
              <a:t>	[NomeColuna1]</a:t>
            </a:r>
            <a:endParaRPr/>
          </a:p>
          <a:p>
            <a:pPr marL="0" indent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/>
          </a:p>
        </p:txBody>
      </p:sp>
      <p:sp>
        <p:nvSpPr>
          <p:cNvPr id="3" name="Google Shape;158;p27">
            <a:extLst>
              <a:ext uri="{FF2B5EF4-FFF2-40B4-BE49-F238E27FC236}">
                <a16:creationId xmlns:a16="http://schemas.microsoft.com/office/drawing/2014/main" id="{385CB2E5-6DFB-E16B-BA15-447B627D8C61}"/>
              </a:ext>
            </a:extLst>
          </p:cNvPr>
          <p:cNvSpPr txBox="1">
            <a:spLocks/>
          </p:cNvSpPr>
          <p:nvPr/>
        </p:nvSpPr>
        <p:spPr>
          <a:xfrm>
            <a:off x="6095998" y="1536633"/>
            <a:ext cx="5680401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US"/>
              <a:t>select</a:t>
            </a:r>
            <a:br>
              <a:rPr lang="en-US"/>
            </a:br>
            <a:r>
              <a:rPr lang="en-US"/>
              <a:t>	[coluna1], </a:t>
            </a:r>
            <a:br>
              <a:rPr lang="en-US"/>
            </a:br>
            <a:r>
              <a:rPr lang="en-US"/>
              <a:t>	[coluna2]</a:t>
            </a:r>
            <a:br>
              <a:rPr lang="en-US"/>
            </a:br>
            <a:r>
              <a:rPr lang="en-US"/>
              <a:t>from schema.tabela</a:t>
            </a:r>
            <a:br>
              <a:rPr lang="en-US"/>
            </a:br>
            <a:r>
              <a:rPr lang="en-US"/>
              <a:t>where coluna2 &gt; 0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94EA2D43-6E8B-7A4B-58ED-6B506BD3E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225200" y="65200"/>
            <a:ext cx="11360800" cy="61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Fazendo consultas | DML |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Select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>
              <a:latin typeface="Raleway" pitchFamily="2" charset="0"/>
            </a:endParaRPr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pt-BR"/>
              <a:t>Selecionando os valores distintos</a:t>
            </a:r>
            <a:br>
              <a:rPr lang="pt-BR"/>
            </a:br>
            <a:r>
              <a:rPr lang="pt-BR"/>
              <a:t>	</a:t>
            </a:r>
            <a:r>
              <a:rPr lang="pt-BR" i="1"/>
              <a:t>distinct, group by</a:t>
            </a:r>
            <a:endParaRPr i="1"/>
          </a:p>
          <a:p>
            <a:pPr marL="0" indent="0">
              <a:spcBef>
                <a:spcPts val="1600"/>
              </a:spcBef>
              <a:buNone/>
            </a:pPr>
            <a:r>
              <a:rPr lang="pt-BR"/>
              <a:t>Selecionando um número limitado de linhas</a:t>
            </a:r>
            <a:br>
              <a:rPr lang="pt-BR"/>
            </a:br>
            <a:r>
              <a:rPr lang="pt-BR"/>
              <a:t>	</a:t>
            </a:r>
            <a:r>
              <a:rPr lang="pt-BR" i="1"/>
              <a:t>top</a:t>
            </a:r>
            <a:r>
              <a:rPr lang="pt-BR"/>
              <a:t> (TSQL)</a:t>
            </a:r>
            <a:br>
              <a:rPr lang="pt-BR"/>
            </a:br>
            <a:r>
              <a:rPr lang="pt-BR"/>
              <a:t>	</a:t>
            </a:r>
            <a:r>
              <a:rPr lang="pt-BR" i="1"/>
              <a:t>limit</a:t>
            </a:r>
            <a:endParaRPr i="1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Selecionando linhas a partir de um determinado valor</a:t>
            </a:r>
            <a:br>
              <a:rPr lang="pt-BR"/>
            </a:br>
            <a:r>
              <a:rPr lang="pt-BR"/>
              <a:t>	</a:t>
            </a:r>
            <a:r>
              <a:rPr lang="pt-BR" i="1"/>
              <a:t>offset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BBCC0F96-FCF4-A2B4-856B-1E2BE1BFA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246000" y="54000"/>
            <a:ext cx="11360800" cy="6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Fazendo consultas | DQL |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Select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>
              <a:latin typeface="Raleway" pitchFamily="2" charset="0"/>
            </a:endParaRPr>
          </a:p>
        </p:txBody>
      </p:sp>
      <p:sp>
        <p:nvSpPr>
          <p:cNvPr id="170" name="Google Shape;170;p29"/>
          <p:cNvSpPr txBox="1">
            <a:spLocks noGrp="1"/>
          </p:cNvSpPr>
          <p:nvPr>
            <p:ph type="body" idx="1"/>
          </p:nvPr>
        </p:nvSpPr>
        <p:spPr>
          <a:xfrm>
            <a:off x="415599" y="1536633"/>
            <a:ext cx="10782487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t-BR" dirty="0"/>
              <a:t>Cláusula case</a:t>
            </a:r>
          </a:p>
          <a:p>
            <a:pPr marL="0" indent="0">
              <a:spcAft>
                <a:spcPts val="1600"/>
              </a:spcAft>
              <a:buNone/>
            </a:pPr>
            <a:endParaRPr lang="pt-BR" dirty="0"/>
          </a:p>
          <a:p>
            <a:pPr marL="0" indent="0">
              <a:spcAft>
                <a:spcPts val="1600"/>
              </a:spcAft>
              <a:buNone/>
            </a:pPr>
            <a:r>
              <a:rPr lang="pt-BR" dirty="0" err="1"/>
              <a:t>select</a:t>
            </a:r>
            <a:br>
              <a:rPr lang="pt-BR" dirty="0"/>
            </a:br>
            <a:r>
              <a:rPr lang="pt-BR" dirty="0"/>
              <a:t>	case </a:t>
            </a:r>
            <a:br>
              <a:rPr lang="pt-BR" dirty="0"/>
            </a:br>
            <a:r>
              <a:rPr lang="pt-BR" dirty="0"/>
              <a:t>		</a:t>
            </a:r>
            <a:r>
              <a:rPr lang="pt-BR" dirty="0" err="1"/>
              <a:t>when</a:t>
            </a:r>
            <a:r>
              <a:rPr lang="pt-BR" dirty="0"/>
              <a:t> [</a:t>
            </a:r>
            <a:r>
              <a:rPr lang="pt-BR" dirty="0" err="1"/>
              <a:t>condicao</a:t>
            </a:r>
            <a:r>
              <a:rPr lang="pt-BR" dirty="0"/>
              <a:t>] </a:t>
            </a:r>
            <a:r>
              <a:rPr lang="pt-BR" dirty="0" err="1"/>
              <a:t>then</a:t>
            </a:r>
            <a:r>
              <a:rPr lang="pt-BR" dirty="0"/>
              <a:t> [</a:t>
            </a:r>
            <a:r>
              <a:rPr lang="pt-BR" dirty="0" err="1"/>
              <a:t>resultado_se_condicao_forsatisfeita</a:t>
            </a:r>
            <a:r>
              <a:rPr lang="pt-BR" dirty="0"/>
              <a:t>]</a:t>
            </a:r>
            <a:br>
              <a:rPr lang="pt-BR" dirty="0"/>
            </a:br>
            <a:r>
              <a:rPr lang="pt-BR" dirty="0"/>
              <a:t>		</a:t>
            </a:r>
            <a:r>
              <a:rPr lang="pt-BR" dirty="0" err="1"/>
              <a:t>else</a:t>
            </a:r>
            <a:r>
              <a:rPr lang="pt-BR" dirty="0"/>
              <a:t> [</a:t>
            </a:r>
            <a:r>
              <a:rPr lang="pt-BR" dirty="0" err="1"/>
              <a:t>resultado_se_condicao_naoforsatisfeita</a:t>
            </a:r>
            <a:r>
              <a:rPr lang="pt-BR" dirty="0"/>
              <a:t>]</a:t>
            </a:r>
            <a:br>
              <a:rPr lang="pt-BR" dirty="0"/>
            </a:br>
            <a:r>
              <a:rPr lang="pt-BR" dirty="0"/>
              <a:t>	</a:t>
            </a:r>
            <a:r>
              <a:rPr lang="pt-BR" dirty="0" err="1"/>
              <a:t>end</a:t>
            </a:r>
            <a:br>
              <a:rPr lang="pt-BR" dirty="0"/>
            </a:b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C98CD046-115A-75DF-B3DA-541284C2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225200" y="54000"/>
            <a:ext cx="11360800" cy="6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Fazendo consultas | DML |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Select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>
              <a:latin typeface="Raleway" pitchFamily="2" charset="0"/>
            </a:endParaRPr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ct val="61111"/>
              <a:buNone/>
            </a:pPr>
            <a:r>
              <a:rPr lang="pt-BR" dirty="0" err="1"/>
              <a:t>select</a:t>
            </a:r>
            <a:br>
              <a:rPr lang="pt-BR" dirty="0"/>
            </a:br>
            <a:r>
              <a:rPr lang="pt-BR" dirty="0"/>
              <a:t>	[NomeColuna1],</a:t>
            </a:r>
            <a:br>
              <a:rPr lang="pt-BR" dirty="0"/>
            </a:br>
            <a:r>
              <a:rPr lang="pt-BR" dirty="0"/>
              <a:t>	[NomeColuna2]</a:t>
            </a:r>
            <a:br>
              <a:rPr lang="pt-BR" dirty="0"/>
            </a:br>
            <a:r>
              <a:rPr lang="pt-BR" dirty="0" err="1"/>
              <a:t>from</a:t>
            </a:r>
            <a:r>
              <a:rPr lang="pt-BR" dirty="0"/>
              <a:t> [</a:t>
            </a:r>
            <a:r>
              <a:rPr lang="pt-BR" dirty="0" err="1"/>
              <a:t>NomeSchema</a:t>
            </a:r>
            <a:r>
              <a:rPr lang="pt-BR" dirty="0"/>
              <a:t>].[</a:t>
            </a:r>
            <a:r>
              <a:rPr lang="pt-BR" dirty="0" err="1"/>
              <a:t>NomeTabela</a:t>
            </a:r>
            <a:r>
              <a:rPr lang="pt-BR" dirty="0"/>
              <a:t>]</a:t>
            </a:r>
            <a:br>
              <a:rPr lang="pt-BR" dirty="0"/>
            </a:br>
            <a:r>
              <a:rPr lang="pt-BR" dirty="0" err="1"/>
              <a:t>where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	case </a:t>
            </a:r>
            <a:br>
              <a:rPr lang="pt-BR" dirty="0"/>
            </a:br>
            <a:r>
              <a:rPr lang="pt-BR" dirty="0"/>
              <a:t>		</a:t>
            </a:r>
            <a:r>
              <a:rPr lang="pt-BR" dirty="0" err="1"/>
              <a:t>when</a:t>
            </a:r>
            <a:r>
              <a:rPr lang="pt-BR" dirty="0"/>
              <a:t> [</a:t>
            </a:r>
            <a:r>
              <a:rPr lang="pt-BR" dirty="0" err="1"/>
              <a:t>condicao</a:t>
            </a:r>
            <a:r>
              <a:rPr lang="pt-BR" dirty="0"/>
              <a:t>] </a:t>
            </a:r>
            <a:r>
              <a:rPr lang="pt-BR" dirty="0" err="1"/>
              <a:t>then</a:t>
            </a:r>
            <a:r>
              <a:rPr lang="pt-BR" dirty="0"/>
              <a:t> [</a:t>
            </a:r>
            <a:r>
              <a:rPr lang="pt-BR" dirty="0" err="1"/>
              <a:t>resultado_se_condicao_forsatisfeita</a:t>
            </a:r>
            <a:r>
              <a:rPr lang="pt-BR" dirty="0"/>
              <a:t>]</a:t>
            </a:r>
            <a:br>
              <a:rPr lang="pt-BR" dirty="0"/>
            </a:br>
            <a:r>
              <a:rPr lang="pt-BR" dirty="0"/>
              <a:t>		</a:t>
            </a:r>
            <a:r>
              <a:rPr lang="pt-BR" dirty="0" err="1"/>
              <a:t>else</a:t>
            </a:r>
            <a:r>
              <a:rPr lang="pt-BR" dirty="0"/>
              <a:t> [</a:t>
            </a:r>
            <a:r>
              <a:rPr lang="pt-BR" dirty="0" err="1"/>
              <a:t>resultado_se_condicao_naoforsatisfeita</a:t>
            </a:r>
            <a:r>
              <a:rPr lang="pt-BR" dirty="0"/>
              <a:t>]</a:t>
            </a:r>
            <a:br>
              <a:rPr lang="pt-BR" dirty="0"/>
            </a:br>
            <a:r>
              <a:rPr lang="pt-BR" dirty="0"/>
              <a:t>	</a:t>
            </a:r>
            <a:r>
              <a:rPr lang="pt-BR" dirty="0" err="1"/>
              <a:t>end</a:t>
            </a:r>
            <a:r>
              <a:rPr lang="pt-BR" dirty="0"/>
              <a:t> &gt; 10</a:t>
            </a:r>
            <a:br>
              <a:rPr lang="pt-BR" dirty="0"/>
            </a:b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by</a:t>
            </a:r>
            <a:br>
              <a:rPr lang="pt-BR" dirty="0"/>
            </a:br>
            <a:r>
              <a:rPr lang="pt-BR" dirty="0"/>
              <a:t>	[NomeColuna2]</a:t>
            </a:r>
            <a:br>
              <a:rPr lang="pt-BR" dirty="0"/>
            </a:b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by</a:t>
            </a:r>
            <a:br>
              <a:rPr lang="pt-BR" dirty="0"/>
            </a:br>
            <a:r>
              <a:rPr lang="pt-BR" dirty="0"/>
              <a:t>	[NomeColuna1]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BE9DBFDF-CF92-CE52-0039-71F42903F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8" name="Google Shape;188;p32"/>
          <p:cNvSpPr txBox="1">
            <a:spLocks noGrp="1"/>
          </p:cNvSpPr>
          <p:nvPr>
            <p:ph type="title"/>
          </p:nvPr>
        </p:nvSpPr>
        <p:spPr>
          <a:xfrm>
            <a:off x="225200" y="54000"/>
            <a:ext cx="11360800" cy="6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990"/>
            </a:pPr>
            <a:r>
              <a:rPr lang="pt-BR" sz="2427" dirty="0">
                <a:solidFill>
                  <a:schemeClr val="lt1"/>
                </a:solidFill>
                <a:latin typeface="Raleway" pitchFamily="2" charset="0"/>
              </a:rPr>
              <a:t>Criando tabelas | DDL</a:t>
            </a:r>
            <a:endParaRPr sz="2427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189" name="Google Shape;189;p3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680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dirty="0"/>
              <a:t>Criar tabelas</a:t>
            </a:r>
            <a:endParaRPr dirty="0"/>
          </a:p>
          <a:p>
            <a:pPr lvl="1"/>
            <a:r>
              <a:rPr lang="pt-BR" dirty="0"/>
              <a:t>Tabelas ‘convencionais’;</a:t>
            </a:r>
            <a:endParaRPr dirty="0"/>
          </a:p>
          <a:p>
            <a:pPr lvl="1"/>
            <a:r>
              <a:rPr lang="pt-BR" dirty="0"/>
              <a:t>Tabelas temporárias;</a:t>
            </a:r>
            <a:endParaRPr dirty="0"/>
          </a:p>
          <a:p>
            <a:pPr lvl="1"/>
            <a:r>
              <a:rPr lang="pt-BR" dirty="0"/>
              <a:t>Variáveis tabelas</a:t>
            </a:r>
            <a:endParaRPr dirty="0"/>
          </a:p>
          <a:p>
            <a:pPr marL="1219170" indent="0">
              <a:spcBef>
                <a:spcPts val="1600"/>
              </a:spcBef>
              <a:buNone/>
            </a:pPr>
            <a:endParaRPr sz="1867" dirty="0"/>
          </a:p>
          <a:p>
            <a:pPr>
              <a:spcBef>
                <a:spcPts val="1600"/>
              </a:spcBef>
            </a:pPr>
            <a:r>
              <a:rPr lang="pt-BR" dirty="0"/>
              <a:t>Criar tabelas | Comandos</a:t>
            </a:r>
            <a:endParaRPr sz="1867" dirty="0"/>
          </a:p>
          <a:p>
            <a:pPr lvl="1"/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table</a:t>
            </a:r>
            <a:endParaRPr dirty="0"/>
          </a:p>
          <a:p>
            <a:pPr lvl="1"/>
            <a:r>
              <a:rPr lang="pt-BR" dirty="0" err="1"/>
              <a:t>create</a:t>
            </a:r>
            <a:r>
              <a:rPr lang="pt-BR" dirty="0"/>
              <a:t> #table</a:t>
            </a:r>
            <a:endParaRPr dirty="0"/>
          </a:p>
          <a:p>
            <a:pPr lvl="1"/>
            <a:r>
              <a:rPr lang="pt-BR" dirty="0" err="1"/>
              <a:t>insert</a:t>
            </a:r>
            <a:r>
              <a:rPr lang="pt-BR" dirty="0"/>
              <a:t> #table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7FA4DA6B-DD84-499A-E04B-7A5953F51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Google Shape;201;p34"/>
          <p:cNvSpPr txBox="1">
            <a:spLocks noGrp="1"/>
          </p:cNvSpPr>
          <p:nvPr>
            <p:ph type="title"/>
          </p:nvPr>
        </p:nvSpPr>
        <p:spPr>
          <a:xfrm>
            <a:off x="246000" y="54000"/>
            <a:ext cx="11360800" cy="65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Inserindo dados | DML | </a:t>
            </a: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Insert-Select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/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10000"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t-BR" i="1" dirty="0" err="1"/>
              <a:t>insert</a:t>
            </a:r>
            <a:r>
              <a:rPr lang="pt-BR" i="1" dirty="0"/>
              <a:t> </a:t>
            </a:r>
            <a:r>
              <a:rPr lang="pt-BR" i="1" dirty="0" err="1"/>
              <a:t>into</a:t>
            </a:r>
            <a:r>
              <a:rPr lang="pt-BR" i="1" dirty="0"/>
              <a:t> schema.tabela1 (coluna01, … , </a:t>
            </a:r>
            <a:r>
              <a:rPr lang="pt-BR" i="1" dirty="0" err="1"/>
              <a:t>colunan</a:t>
            </a:r>
            <a:r>
              <a:rPr lang="pt-BR" i="1" dirty="0"/>
              <a:t>)</a:t>
            </a:r>
            <a:br>
              <a:rPr lang="pt-BR" i="1" dirty="0"/>
            </a:br>
            <a:r>
              <a:rPr lang="pt-BR" i="1" dirty="0" err="1"/>
              <a:t>select</a:t>
            </a:r>
            <a:br>
              <a:rPr lang="pt-BR" i="1" dirty="0"/>
            </a:br>
            <a:r>
              <a:rPr lang="pt-BR" i="1" dirty="0"/>
              <a:t>	coluna1,</a:t>
            </a:r>
            <a:br>
              <a:rPr lang="pt-BR" i="1" dirty="0"/>
            </a:br>
            <a:r>
              <a:rPr lang="pt-BR" i="1" dirty="0"/>
              <a:t>	coluna2</a:t>
            </a:r>
            <a:br>
              <a:rPr lang="pt-BR" i="1" dirty="0"/>
            </a:br>
            <a:r>
              <a:rPr lang="pt-BR" i="1" dirty="0" err="1"/>
              <a:t>from</a:t>
            </a:r>
            <a:r>
              <a:rPr lang="pt-BR" i="1" dirty="0"/>
              <a:t> schema.tabela2</a:t>
            </a:r>
          </a:p>
          <a:p>
            <a:pPr marL="0" indent="0">
              <a:spcAft>
                <a:spcPts val="1600"/>
              </a:spcAft>
              <a:buNone/>
            </a:pPr>
            <a:br>
              <a:rPr lang="pt-BR" dirty="0"/>
            </a:br>
            <a:r>
              <a:rPr lang="pt-BR" i="1" dirty="0" err="1"/>
              <a:t>select</a:t>
            </a:r>
            <a:br>
              <a:rPr lang="pt-BR" i="1" dirty="0"/>
            </a:br>
            <a:r>
              <a:rPr lang="pt-BR" i="1" dirty="0"/>
              <a:t>	coluna1,</a:t>
            </a:r>
            <a:br>
              <a:rPr lang="pt-BR" i="1" dirty="0"/>
            </a:br>
            <a:r>
              <a:rPr lang="pt-BR" i="1" dirty="0"/>
              <a:t>	coluna2</a:t>
            </a:r>
            <a:br>
              <a:rPr lang="pt-BR" i="1" dirty="0"/>
            </a:br>
            <a:r>
              <a:rPr lang="pt-BR" i="1" dirty="0" err="1"/>
              <a:t>into</a:t>
            </a:r>
            <a:r>
              <a:rPr lang="pt-BR" i="1" dirty="0"/>
              <a:t> shema.tabela1</a:t>
            </a:r>
            <a:br>
              <a:rPr lang="pt-BR" i="1" dirty="0"/>
            </a:br>
            <a:r>
              <a:rPr lang="pt-BR" i="1" dirty="0" err="1"/>
              <a:t>from</a:t>
            </a:r>
            <a:r>
              <a:rPr lang="pt-BR" i="1" dirty="0"/>
              <a:t> schema.tabela2</a:t>
            </a:r>
            <a:br>
              <a:rPr lang="pt-BR" dirty="0"/>
            </a:b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6B6FD94D-07D4-1EF3-8249-9CD705C09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7" name="Google Shape;207;p35"/>
          <p:cNvSpPr txBox="1">
            <a:spLocks noGrp="1"/>
          </p:cNvSpPr>
          <p:nvPr>
            <p:ph type="title"/>
          </p:nvPr>
        </p:nvSpPr>
        <p:spPr>
          <a:xfrm>
            <a:off x="246000" y="54600"/>
            <a:ext cx="11360800" cy="58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Atualizando ou removendo dados | DML | Update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/>
          </a:p>
        </p:txBody>
      </p:sp>
      <p:sp>
        <p:nvSpPr>
          <p:cNvPr id="208" name="Google Shape;208;p35"/>
          <p:cNvSpPr txBox="1">
            <a:spLocks noGrp="1"/>
          </p:cNvSpPr>
          <p:nvPr>
            <p:ph type="body" idx="1"/>
          </p:nvPr>
        </p:nvSpPr>
        <p:spPr>
          <a:xfrm>
            <a:off x="3260273" y="1470900"/>
            <a:ext cx="5680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t-BR" i="1" dirty="0"/>
              <a:t>update schema.tabela1</a:t>
            </a:r>
            <a:br>
              <a:rPr lang="pt-BR" i="1" dirty="0"/>
            </a:br>
            <a:r>
              <a:rPr lang="pt-BR" i="1" dirty="0"/>
              <a:t>set coluna01 = coluna01 + 1</a:t>
            </a:r>
            <a:br>
              <a:rPr lang="pt-BR" i="1" dirty="0"/>
            </a:br>
            <a:r>
              <a:rPr lang="pt-BR" i="1" dirty="0" err="1"/>
              <a:t>where</a:t>
            </a:r>
            <a:r>
              <a:rPr lang="pt-BR" i="1" dirty="0"/>
              <a:t> coluna03 = ‘s’</a:t>
            </a:r>
            <a:endParaRPr i="1" dirty="0"/>
          </a:p>
        </p:txBody>
      </p:sp>
      <p:sp>
        <p:nvSpPr>
          <p:cNvPr id="5" name="Google Shape;214;p36">
            <a:extLst>
              <a:ext uri="{FF2B5EF4-FFF2-40B4-BE49-F238E27FC236}">
                <a16:creationId xmlns:a16="http://schemas.microsoft.com/office/drawing/2014/main" id="{AE0D5210-C323-FB8C-D52E-D14CCC6ECCAE}"/>
              </a:ext>
            </a:extLst>
          </p:cNvPr>
          <p:cNvSpPr txBox="1">
            <a:spLocks/>
          </p:cNvSpPr>
          <p:nvPr/>
        </p:nvSpPr>
        <p:spPr>
          <a:xfrm>
            <a:off x="3260273" y="3477491"/>
            <a:ext cx="5680400" cy="26628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US" i="1" dirty="0"/>
              <a:t>delete from </a:t>
            </a:r>
            <a:r>
              <a:rPr lang="en-US" i="1" dirty="0" err="1"/>
              <a:t>schema.tabela</a:t>
            </a:r>
            <a:br>
              <a:rPr lang="en-US" i="1" dirty="0"/>
            </a:br>
            <a:r>
              <a:rPr lang="en-US" i="1" dirty="0"/>
              <a:t>where coluna1 = ‘</a:t>
            </a:r>
            <a:r>
              <a:rPr lang="en-US" i="1" dirty="0" err="1"/>
              <a:t>bla</a:t>
            </a:r>
            <a:r>
              <a:rPr lang="en-US" i="1" dirty="0"/>
              <a:t>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1ED5E0F7-8FC5-D5F7-6275-4866D5C40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9" name="Google Shape;219;p37"/>
          <p:cNvSpPr txBox="1">
            <a:spLocks noGrp="1"/>
          </p:cNvSpPr>
          <p:nvPr>
            <p:ph type="title"/>
          </p:nvPr>
        </p:nvSpPr>
        <p:spPr>
          <a:xfrm>
            <a:off x="246000" y="44000"/>
            <a:ext cx="11360800" cy="55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99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Alterando tabelas | DDL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220" name="Google Shape;220;p3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dirty="0"/>
              <a:t>Alterando tipos de dados das colunas</a:t>
            </a:r>
            <a:endParaRPr dirty="0"/>
          </a:p>
          <a:p>
            <a:pPr lvl="1"/>
            <a:r>
              <a:rPr lang="pt-BR" dirty="0"/>
              <a:t>É possível renomear colunas?</a:t>
            </a:r>
            <a:br>
              <a:rPr lang="pt-BR" dirty="0"/>
            </a:br>
            <a:endParaRPr dirty="0"/>
          </a:p>
          <a:p>
            <a:r>
              <a:rPr lang="pt-BR" dirty="0"/>
              <a:t>Problemas ao alterar tipos de dados:</a:t>
            </a:r>
            <a:br>
              <a:rPr lang="pt-BR" dirty="0"/>
            </a:br>
            <a:r>
              <a:rPr lang="pt-BR" dirty="0"/>
              <a:t>	O problema do ‘separador de milhar’</a:t>
            </a:r>
            <a:br>
              <a:rPr lang="pt-BR" dirty="0"/>
            </a:br>
            <a:r>
              <a:rPr lang="pt-BR" dirty="0"/>
              <a:t>	Solução, combinar funções</a:t>
            </a:r>
            <a:br>
              <a:rPr lang="pt-BR" dirty="0"/>
            </a:br>
            <a:r>
              <a:rPr lang="pt-BR" dirty="0"/>
              <a:t>		</a:t>
            </a:r>
            <a:r>
              <a:rPr lang="pt-BR" i="1" dirty="0" err="1"/>
              <a:t>replace</a:t>
            </a:r>
            <a:r>
              <a:rPr lang="pt-BR" i="1" dirty="0"/>
              <a:t>, </a:t>
            </a:r>
            <a:r>
              <a:rPr lang="pt-BR" i="1" dirty="0" err="1"/>
              <a:t>cast</a:t>
            </a:r>
            <a:r>
              <a:rPr lang="pt-BR" i="1" dirty="0"/>
              <a:t>, coalesce, </a:t>
            </a:r>
            <a:r>
              <a:rPr lang="pt-BR" i="1" dirty="0" err="1"/>
              <a:t>convert</a:t>
            </a:r>
            <a:endParaRPr i="1" dirty="0"/>
          </a:p>
          <a:p>
            <a:pPr marL="1219170" indent="0">
              <a:spcBef>
                <a:spcPts val="1600"/>
              </a:spcBef>
              <a:buNone/>
            </a:pPr>
            <a:endParaRPr dirty="0"/>
          </a:p>
          <a:p>
            <a:pPr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648136F3-5E6B-8591-D95F-165ADF31A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5" name="Google Shape;225;p38"/>
          <p:cNvSpPr txBox="1">
            <a:spLocks noGrp="1"/>
          </p:cNvSpPr>
          <p:nvPr>
            <p:ph type="title"/>
          </p:nvPr>
        </p:nvSpPr>
        <p:spPr>
          <a:xfrm>
            <a:off x="246000" y="75800"/>
            <a:ext cx="11360800" cy="65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Joins</a:t>
            </a:r>
            <a:r>
              <a:rPr lang="pt-BR" sz="2400" dirty="0">
                <a:solidFill>
                  <a:schemeClr val="lt1"/>
                </a:solidFill>
              </a:rPr>
              <a:t> 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226" name="Google Shape;226;p3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pt-BR" dirty="0"/>
              <a:t>Importância</a:t>
            </a:r>
            <a:endParaRPr dirty="0"/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dirty="0"/>
              <a:t>Modelagem relacional</a:t>
            </a:r>
            <a:br>
              <a:rPr lang="pt-BR" dirty="0"/>
            </a:br>
            <a:r>
              <a:rPr lang="pt-BR" dirty="0"/>
              <a:t>	Formas normais</a:t>
            </a:r>
            <a:endParaRPr dirty="0"/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dirty="0"/>
              <a:t>Modelagem dimensional</a:t>
            </a:r>
            <a:br>
              <a:rPr lang="pt-BR" dirty="0"/>
            </a:br>
            <a:r>
              <a:rPr lang="pt-BR" dirty="0"/>
              <a:t>	Star </a:t>
            </a:r>
            <a:r>
              <a:rPr lang="pt-BR" dirty="0" err="1"/>
              <a:t>Schema</a:t>
            </a:r>
            <a:r>
              <a:rPr lang="pt-BR" dirty="0"/>
              <a:t>, </a:t>
            </a:r>
            <a:r>
              <a:rPr lang="pt-BR" dirty="0" err="1"/>
              <a:t>Snowflake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E42EE14-69F7-72EC-ECE0-9AD9913AA54B}"/>
              </a:ext>
            </a:extLst>
          </p:cNvPr>
          <p:cNvSpPr txBox="1"/>
          <p:nvPr/>
        </p:nvSpPr>
        <p:spPr>
          <a:xfrm>
            <a:off x="415600" y="60815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>
                <a:hlinkClick r:id="rId4"/>
              </a:rPr>
              <a:t>Database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normalization</a:t>
            </a:r>
            <a:r>
              <a:rPr lang="pt-BR" dirty="0">
                <a:hlinkClick r:id="rId4"/>
              </a:rPr>
              <a:t> - Wikipedia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88E9FD-6187-B52B-7F6D-22AED0057AFF}"/>
              </a:ext>
            </a:extLst>
          </p:cNvPr>
          <p:cNvSpPr txBox="1"/>
          <p:nvPr/>
        </p:nvSpPr>
        <p:spPr>
          <a:xfrm>
            <a:off x="415600" y="5722501"/>
            <a:ext cx="6192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Dimensional </a:t>
            </a:r>
            <a:r>
              <a:rPr lang="pt-BR" dirty="0" err="1">
                <a:hlinkClick r:id="rId5"/>
              </a:rPr>
              <a:t>modeling</a:t>
            </a:r>
            <a:r>
              <a:rPr lang="pt-BR" dirty="0">
                <a:hlinkClick r:id="rId5"/>
              </a:rPr>
              <a:t> - Wikipedia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960E98-098C-79EE-97BF-22BAEB708CF4}"/>
              </a:ext>
            </a:extLst>
          </p:cNvPr>
          <p:cNvSpPr txBox="1"/>
          <p:nvPr/>
        </p:nvSpPr>
        <p:spPr>
          <a:xfrm>
            <a:off x="415600" y="5396533"/>
            <a:ext cx="6192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O que é Data </a:t>
            </a:r>
            <a:r>
              <a:rPr lang="pt-BR" dirty="0" err="1">
                <a:hlinkClick r:id="rId6"/>
              </a:rPr>
              <a:t>Vault</a:t>
            </a:r>
            <a:r>
              <a:rPr lang="pt-BR" dirty="0">
                <a:hlinkClick r:id="rId6"/>
              </a:rPr>
              <a:t>? (databricks.com)</a:t>
            </a: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2EC54479-6BED-D55D-4F41-B2FC11853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2" name="Google Shape;23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00" y="1704033"/>
            <a:ext cx="2433600" cy="24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3733" y="1766900"/>
            <a:ext cx="2419200" cy="24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6767" y="1759700"/>
            <a:ext cx="2433600" cy="24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0433" y="1952367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 txBox="1"/>
          <p:nvPr/>
        </p:nvSpPr>
        <p:spPr>
          <a:xfrm>
            <a:off x="3563467" y="5786734"/>
            <a:ext cx="49308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pt-BR" sz="1467">
                <a:solidFill>
                  <a:schemeClr val="dk2"/>
                </a:solidFill>
              </a:rPr>
              <a:t>Principais joins ( </a:t>
            </a:r>
            <a:r>
              <a:rPr lang="pt-BR" sz="1467" u="sng">
                <a:solidFill>
                  <a:schemeClr val="hlink"/>
                </a:solidFill>
                <a:hlinkClick r:id="rId8"/>
              </a:rPr>
              <a:t>animação</a:t>
            </a:r>
            <a:r>
              <a:rPr lang="pt-BR" sz="1467">
                <a:solidFill>
                  <a:schemeClr val="dk2"/>
                </a:solidFill>
              </a:rPr>
              <a:t>)</a:t>
            </a:r>
            <a:endParaRPr sz="1467">
              <a:solidFill>
                <a:schemeClr val="dk2"/>
              </a:solidFill>
            </a:endParaRPr>
          </a:p>
        </p:txBody>
      </p:sp>
      <p:sp>
        <p:nvSpPr>
          <p:cNvPr id="237" name="Google Shape;237;p39"/>
          <p:cNvSpPr/>
          <p:nvPr/>
        </p:nvSpPr>
        <p:spPr>
          <a:xfrm>
            <a:off x="-17200" y="1768833"/>
            <a:ext cx="12192000" cy="61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" name="Google Shape;225;p38">
            <a:extLst>
              <a:ext uri="{FF2B5EF4-FFF2-40B4-BE49-F238E27FC236}">
                <a16:creationId xmlns:a16="http://schemas.microsoft.com/office/drawing/2014/main" id="{4152C301-6E35-2913-4479-4D3D95CF0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000" y="75800"/>
            <a:ext cx="11360800" cy="65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Joins</a:t>
            </a:r>
            <a:r>
              <a:rPr lang="pt-BR" sz="2400" dirty="0">
                <a:solidFill>
                  <a:schemeClr val="lt1"/>
                </a:solidFill>
              </a:rPr>
              <a:t> </a:t>
            </a:r>
            <a:endParaRPr sz="24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3B621926-1E28-3DB7-94BE-6C2EAD3BF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2" name="Google Shape;24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5667" y="752867"/>
            <a:ext cx="7940635" cy="595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25;p38">
            <a:extLst>
              <a:ext uri="{FF2B5EF4-FFF2-40B4-BE49-F238E27FC236}">
                <a16:creationId xmlns:a16="http://schemas.microsoft.com/office/drawing/2014/main" id="{42FE5BAA-F1FA-A434-DC7E-61C0FA505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000" y="75800"/>
            <a:ext cx="11360800" cy="65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ts val="990"/>
            </a:pPr>
            <a:r>
              <a:rPr lang="pt-BR" sz="2400" dirty="0" err="1">
                <a:solidFill>
                  <a:schemeClr val="lt1"/>
                </a:solidFill>
                <a:latin typeface="Raleway" pitchFamily="2" charset="0"/>
              </a:rPr>
              <a:t>Joins</a:t>
            </a:r>
            <a:r>
              <a:rPr lang="pt-BR" sz="2400" dirty="0">
                <a:solidFill>
                  <a:schemeClr val="lt1"/>
                </a:solidFill>
              </a:rPr>
              <a:t> </a:t>
            </a:r>
            <a:endParaRPr sz="24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B41D133F-DBDD-CB23-91F6-560DE9DF2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7" name="Google Shape;247;p41"/>
          <p:cNvSpPr txBox="1">
            <a:spLocks noGrp="1"/>
          </p:cNvSpPr>
          <p:nvPr>
            <p:ph type="title"/>
          </p:nvPr>
        </p:nvSpPr>
        <p:spPr>
          <a:xfrm>
            <a:off x="246000" y="54000"/>
            <a:ext cx="11360800" cy="60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99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Operações de conjuntos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sp>
        <p:nvSpPr>
          <p:cNvPr id="248" name="Google Shape;248;p4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t-BR"/>
              <a:t>União</a:t>
            </a:r>
            <a:br>
              <a:rPr lang="pt-BR"/>
            </a:br>
            <a:r>
              <a:rPr lang="pt-BR"/>
              <a:t>	Palavras-chave: </a:t>
            </a:r>
            <a:r>
              <a:rPr lang="pt-BR" i="1"/>
              <a:t>union, union all</a:t>
            </a:r>
            <a:br>
              <a:rPr lang="pt-BR" i="1"/>
            </a:br>
            <a:r>
              <a:rPr lang="pt-BR"/>
              <a:t>	Usos: Combinando tabelas</a:t>
            </a:r>
            <a:br>
              <a:rPr lang="pt-BR"/>
            </a:br>
            <a:r>
              <a:rPr lang="pt-BR"/>
              <a:t>Interseção </a:t>
            </a:r>
            <a:br>
              <a:rPr lang="pt-BR"/>
            </a:br>
            <a:r>
              <a:rPr lang="pt-BR"/>
              <a:t>	Palavras-chave: </a:t>
            </a:r>
            <a:r>
              <a:rPr lang="pt-BR" i="1"/>
              <a:t>intersect</a:t>
            </a:r>
            <a:br>
              <a:rPr lang="pt-BR" i="1"/>
            </a:br>
            <a:r>
              <a:rPr lang="pt-BR"/>
              <a:t>	Usos: Encontrar elementos comuns</a:t>
            </a:r>
            <a:br>
              <a:rPr lang="pt-BR"/>
            </a:br>
            <a:r>
              <a:rPr lang="pt-BR"/>
              <a:t>Complemento</a:t>
            </a:r>
            <a:br>
              <a:rPr lang="pt-BR"/>
            </a:br>
            <a:r>
              <a:rPr lang="pt-BR"/>
              <a:t>	Palavras-chave: </a:t>
            </a:r>
            <a:r>
              <a:rPr lang="pt-BR" i="1"/>
              <a:t>except</a:t>
            </a:r>
            <a:r>
              <a:rPr lang="pt-BR"/>
              <a:t> (SQL Server)</a:t>
            </a:r>
            <a:br>
              <a:rPr lang="pt-BR"/>
            </a:br>
            <a:r>
              <a:rPr lang="pt-BR"/>
              <a:t>	Usos: Encontrar a diferenças entre as tabelas</a:t>
            </a:r>
            <a:br>
              <a:rPr lang="pt-BR"/>
            </a:b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3D13E6A8-6810-9349-8FC1-7C10137F7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246000" y="554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Deletando tabelas | DDL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  <a:p>
            <a:endParaRPr dirty="0">
              <a:latin typeface="Raleway" pitchFamily="2" charset="0"/>
            </a:endParaRPr>
          </a:p>
        </p:txBody>
      </p:sp>
      <p:sp>
        <p:nvSpPr>
          <p:cNvPr id="254" name="Google Shape;254;p4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0">
              <a:spcAft>
                <a:spcPts val="1600"/>
              </a:spcAft>
              <a:buNone/>
            </a:pPr>
            <a:r>
              <a:rPr lang="pt-BR" dirty="0"/>
              <a:t>Remover tabelas</a:t>
            </a:r>
            <a:br>
              <a:rPr lang="pt-BR" dirty="0"/>
            </a:br>
            <a:r>
              <a:rPr lang="pt-BR" dirty="0"/>
              <a:t>	</a:t>
            </a:r>
            <a:r>
              <a:rPr lang="pt-BR" i="1" dirty="0" err="1"/>
              <a:t>drop</a:t>
            </a:r>
            <a:r>
              <a:rPr lang="pt-BR" i="1" dirty="0"/>
              <a:t> </a:t>
            </a:r>
            <a:r>
              <a:rPr lang="pt-BR" i="1" dirty="0" err="1"/>
              <a:t>table</a:t>
            </a:r>
            <a:r>
              <a:rPr lang="pt-BR" i="1" dirty="0"/>
              <a:t> </a:t>
            </a:r>
            <a:r>
              <a:rPr lang="pt-BR" i="1" dirty="0" err="1"/>
              <a:t>nomeschema.nometabela</a:t>
            </a:r>
            <a:endParaRPr lang="pt-BR" i="1" dirty="0"/>
          </a:p>
          <a:p>
            <a:pPr indent="0">
              <a:spcAft>
                <a:spcPts val="1600"/>
              </a:spcAft>
              <a:buNone/>
            </a:pPr>
            <a:br>
              <a:rPr lang="pt-BR" dirty="0"/>
            </a:br>
            <a:r>
              <a:rPr lang="pt-BR" dirty="0"/>
              <a:t>Tabelas convencionais, temporárias</a:t>
            </a:r>
            <a:br>
              <a:rPr lang="pt-BR" dirty="0"/>
            </a:b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EBFE6B21-CD09-F39F-C1F4-64F43C382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9" name="Google Shape;259;p43"/>
          <p:cNvSpPr txBox="1">
            <a:spLocks noGrp="1"/>
          </p:cNvSpPr>
          <p:nvPr>
            <p:ph type="title"/>
          </p:nvPr>
        </p:nvSpPr>
        <p:spPr>
          <a:xfrm>
            <a:off x="246000" y="48000"/>
            <a:ext cx="11360800" cy="63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sz="2400" dirty="0">
                <a:solidFill>
                  <a:schemeClr val="lt1"/>
                </a:solidFill>
                <a:latin typeface="Raleway" pitchFamily="2" charset="0"/>
              </a:rPr>
              <a:t>Paralelo entre as linguagens</a:t>
            </a:r>
            <a:endParaRPr sz="2400" dirty="0">
              <a:solidFill>
                <a:schemeClr val="lt1"/>
              </a:solidFill>
              <a:latin typeface="Raleway" pitchFamily="2" charset="0"/>
            </a:endParaRPr>
          </a:p>
        </p:txBody>
      </p:sp>
      <p:pic>
        <p:nvPicPr>
          <p:cNvPr id="260" name="Google Shape;26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734" y="1314367"/>
            <a:ext cx="8953401" cy="47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3"/>
          <p:cNvSpPr txBox="1"/>
          <p:nvPr/>
        </p:nvSpPr>
        <p:spPr>
          <a:xfrm>
            <a:off x="3461000" y="5808293"/>
            <a:ext cx="49308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pt-BR" sz="1467">
                <a:solidFill>
                  <a:schemeClr val="dk2"/>
                </a:solidFill>
              </a:rPr>
              <a:t>Créditos: </a:t>
            </a:r>
            <a:r>
              <a:rPr lang="pt-BR" sz="1467" u="sng">
                <a:solidFill>
                  <a:schemeClr val="hlink"/>
                </a:solidFill>
                <a:hlinkClick r:id="rId5"/>
              </a:rPr>
              <a:t>Dr. AngShuMan Ghosh (Ph.D., MBA, BE)</a:t>
            </a:r>
            <a:endParaRPr sz="1467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6D9FE613-940A-BB87-C189-C66666F20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6" name="Google Shape;266;p44"/>
          <p:cNvPicPr preferRelativeResize="0"/>
          <p:nvPr/>
        </p:nvPicPr>
        <p:blipFill rotWithShape="1">
          <a:blip r:embed="rId4">
            <a:alphaModFix/>
          </a:blip>
          <a:srcRect b="6855"/>
          <a:stretch/>
        </p:blipFill>
        <p:spPr>
          <a:xfrm>
            <a:off x="2015017" y="741450"/>
            <a:ext cx="8161967" cy="53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4"/>
          <p:cNvSpPr txBox="1"/>
          <p:nvPr/>
        </p:nvSpPr>
        <p:spPr>
          <a:xfrm>
            <a:off x="3866033" y="6156501"/>
            <a:ext cx="49308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pt-BR" sz="1467">
                <a:solidFill>
                  <a:schemeClr val="dk2"/>
                </a:solidFill>
              </a:rPr>
              <a:t>Créditos: resumo 01 via </a:t>
            </a:r>
            <a:r>
              <a:rPr lang="pt-BR" sz="1467" u="sng">
                <a:solidFill>
                  <a:schemeClr val="hlink"/>
                </a:solidFill>
                <a:hlinkClick r:id="rId5"/>
              </a:rPr>
              <a:t>LearnSQL</a:t>
            </a:r>
            <a:endParaRPr sz="1467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Aplicativo&#10;&#10;Descrição gerada automaticamente">
            <a:extLst>
              <a:ext uri="{FF2B5EF4-FFF2-40B4-BE49-F238E27FC236}">
                <a16:creationId xmlns:a16="http://schemas.microsoft.com/office/drawing/2014/main" id="{AF58951B-A0DE-A241-1B54-EB7EE5EF7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2" name="Google Shape;272;p45"/>
          <p:cNvSpPr txBox="1"/>
          <p:nvPr/>
        </p:nvSpPr>
        <p:spPr>
          <a:xfrm>
            <a:off x="3866033" y="6156501"/>
            <a:ext cx="49308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pt-BR" sz="1467">
                <a:solidFill>
                  <a:schemeClr val="dk2"/>
                </a:solidFill>
              </a:rPr>
              <a:t>Créditos: resumo 02 via </a:t>
            </a:r>
            <a:r>
              <a:rPr lang="pt-BR" sz="1467" u="sng">
                <a:solidFill>
                  <a:schemeClr val="hlink"/>
                </a:solidFill>
                <a:hlinkClick r:id="rId4"/>
              </a:rPr>
              <a:t>LearnSQL</a:t>
            </a:r>
            <a:endParaRPr sz="1467">
              <a:solidFill>
                <a:schemeClr val="dk2"/>
              </a:solidFill>
            </a:endParaRPr>
          </a:p>
        </p:txBody>
      </p:sp>
      <p:pic>
        <p:nvPicPr>
          <p:cNvPr id="273" name="Google Shape;273;p45"/>
          <p:cNvPicPr preferRelativeResize="0"/>
          <p:nvPr/>
        </p:nvPicPr>
        <p:blipFill rotWithShape="1">
          <a:blip r:embed="rId5">
            <a:alphaModFix/>
          </a:blip>
          <a:srcRect b="6076"/>
          <a:stretch/>
        </p:blipFill>
        <p:spPr>
          <a:xfrm>
            <a:off x="2012734" y="744917"/>
            <a:ext cx="8166533" cy="5368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EC3EC79-CEE1-42A4-A616-515711DF7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18A75E5-C496-5E36-5BA3-6ACEE64793EF}"/>
              </a:ext>
            </a:extLst>
          </p:cNvPr>
          <p:cNvSpPr txBox="1"/>
          <p:nvPr/>
        </p:nvSpPr>
        <p:spPr>
          <a:xfrm>
            <a:off x="7389844" y="1399594"/>
            <a:ext cx="2172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DIN" panose="02000503040000020003" pitchFamily="2" charset="0"/>
              </a:rPr>
              <a:t>www.stepwise.com.br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2FAE49-262A-DE95-E03E-C9645C1B0A49}"/>
              </a:ext>
            </a:extLst>
          </p:cNvPr>
          <p:cNvSpPr txBox="1"/>
          <p:nvPr/>
        </p:nvSpPr>
        <p:spPr>
          <a:xfrm>
            <a:off x="7539134" y="2139823"/>
            <a:ext cx="3670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DIN" panose="02000503040000020003" pitchFamily="2" charset="0"/>
              </a:rPr>
              <a:t>www.linkedin.com/company/stepwise/</a:t>
            </a:r>
          </a:p>
        </p:txBody>
      </p:sp>
    </p:spTree>
    <p:extLst>
      <p:ext uri="{BB962C8B-B14F-4D97-AF65-F5344CB8AC3E}">
        <p14:creationId xmlns:p14="http://schemas.microsoft.com/office/powerpoint/2010/main" val="1693120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748</Words>
  <Application>Microsoft Office PowerPoint</Application>
  <PresentationFormat>Widescreen</PresentationFormat>
  <Paragraphs>86</Paragraphs>
  <Slides>28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DIN</vt:lpstr>
      <vt:lpstr>Gobold</vt:lpstr>
      <vt:lpstr>Raleway</vt:lpstr>
      <vt:lpstr>Tema do Office</vt:lpstr>
      <vt:lpstr>Apresentação do PowerPoint</vt:lpstr>
      <vt:lpstr>Apresentação do PowerPoint</vt:lpstr>
      <vt:lpstr>Banco de dados</vt:lpstr>
      <vt:lpstr>Apresentação do PowerPoint</vt:lpstr>
      <vt:lpstr>SGBD</vt:lpstr>
      <vt:lpstr>Apresentação do PowerPoint</vt:lpstr>
      <vt:lpstr>SQL - Structured Query Language</vt:lpstr>
      <vt:lpstr>SQL - tipos de dados</vt:lpstr>
      <vt:lpstr>SQL - tipos de instruções ou comandos</vt:lpstr>
      <vt:lpstr>SQL - comandos </vt:lpstr>
      <vt:lpstr>Fazendo consultas | DML | Select</vt:lpstr>
      <vt:lpstr>Fazendo consultas | DML | Select </vt:lpstr>
      <vt:lpstr>Fazendo consultas | DML | Select </vt:lpstr>
      <vt:lpstr>Fazendo consultas | DQL | Select </vt:lpstr>
      <vt:lpstr>Fazendo consultas | DML | Select </vt:lpstr>
      <vt:lpstr>Criando tabelas | DDL</vt:lpstr>
      <vt:lpstr>Inserindo dados | DML | Insert-Select </vt:lpstr>
      <vt:lpstr>Atualizando ou removendo dados | DML | Update </vt:lpstr>
      <vt:lpstr>Alterando tabelas | DDL</vt:lpstr>
      <vt:lpstr>Joins </vt:lpstr>
      <vt:lpstr>Joins </vt:lpstr>
      <vt:lpstr>Joins </vt:lpstr>
      <vt:lpstr>Operações de conjuntos</vt:lpstr>
      <vt:lpstr>Deletando tabelas | DDL </vt:lpstr>
      <vt:lpstr>Paralelo entre as linguagens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Nelson Bolano Junior</dc:creator>
  <cp:lastModifiedBy>Renato Fileto</cp:lastModifiedBy>
  <cp:revision>20</cp:revision>
  <dcterms:created xsi:type="dcterms:W3CDTF">2022-07-12T19:42:48Z</dcterms:created>
  <dcterms:modified xsi:type="dcterms:W3CDTF">2024-04-22T18:07:03Z</dcterms:modified>
</cp:coreProperties>
</file>